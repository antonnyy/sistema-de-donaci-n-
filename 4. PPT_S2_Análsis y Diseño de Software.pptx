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6" r:id="rId4"/>
    <p:sldId id="266" r:id="rId5"/>
    <p:sldId id="261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62" r:id="rId15"/>
    <p:sldId id="273" r:id="rId16"/>
    <p:sldId id="285" r:id="rId17"/>
    <p:sldId id="286" r:id="rId18"/>
    <p:sldId id="27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pqXoj3JcRqGT5DLHccV42jfd+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01" autoAdjust="0"/>
    <p:restoredTop sz="94630"/>
  </p:normalViewPr>
  <p:slideViewPr>
    <p:cSldViewPr snapToGrid="0">
      <p:cViewPr varScale="1">
        <p:scale>
          <a:sx n="103" d="100"/>
          <a:sy n="103" d="100"/>
        </p:scale>
        <p:origin x="114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DBBC81-9161-4156-A7C3-7C56C90B1A9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8E23892C-5148-4BB5-A500-A1851FFC0653}">
      <dgm:prSet/>
      <dgm:spPr/>
      <dgm:t>
        <a:bodyPr/>
        <a:lstStyle/>
        <a:p>
          <a:r>
            <a:rPr lang="es-PE" b="1" i="0"/>
            <a:t>Definición</a:t>
          </a:r>
          <a:endParaRPr lang="es-PE"/>
        </a:p>
      </dgm:t>
    </dgm:pt>
    <dgm:pt modelId="{5BF2E04E-6460-4D65-8E99-8F3405EDC8CF}" type="parTrans" cxnId="{1D5E4722-1BA2-4F4B-9448-C979B7DF31E5}">
      <dgm:prSet/>
      <dgm:spPr/>
      <dgm:t>
        <a:bodyPr/>
        <a:lstStyle/>
        <a:p>
          <a:endParaRPr lang="es-PE"/>
        </a:p>
      </dgm:t>
    </dgm:pt>
    <dgm:pt modelId="{B4B19765-2571-4DB7-8B81-740B71C90A9E}" type="sibTrans" cxnId="{1D5E4722-1BA2-4F4B-9448-C979B7DF31E5}">
      <dgm:prSet/>
      <dgm:spPr/>
      <dgm:t>
        <a:bodyPr/>
        <a:lstStyle/>
        <a:p>
          <a:endParaRPr lang="es-PE"/>
        </a:p>
      </dgm:t>
    </dgm:pt>
    <dgm:pt modelId="{F712F99A-4AE0-4136-9E17-BFCA78DCEAC2}">
      <dgm:prSet/>
      <dgm:spPr/>
      <dgm:t>
        <a:bodyPr/>
        <a:lstStyle/>
        <a:p>
          <a:r>
            <a:rPr lang="es-ES" b="0" i="0"/>
            <a:t>El modelado es el proceso de representar visual o conceptualmente los aspectos clave de un sistema software antes de su construcción. Permite comprender, diseñar, comunicar y documentar el sistema de forma estructurada y precisa.</a:t>
          </a:r>
          <a:endParaRPr lang="es-PE"/>
        </a:p>
      </dgm:t>
    </dgm:pt>
    <dgm:pt modelId="{A74727BA-C854-4A38-B395-575A934D35E6}" type="parTrans" cxnId="{F43D79CC-3E9F-4658-AEE0-67294D5DC527}">
      <dgm:prSet/>
      <dgm:spPr/>
      <dgm:t>
        <a:bodyPr/>
        <a:lstStyle/>
        <a:p>
          <a:endParaRPr lang="es-PE"/>
        </a:p>
      </dgm:t>
    </dgm:pt>
    <dgm:pt modelId="{8EFA2ABC-4108-438A-A4CC-5C5EB4C880AF}" type="sibTrans" cxnId="{F43D79CC-3E9F-4658-AEE0-67294D5DC527}">
      <dgm:prSet/>
      <dgm:spPr/>
      <dgm:t>
        <a:bodyPr/>
        <a:lstStyle/>
        <a:p>
          <a:endParaRPr lang="es-PE"/>
        </a:p>
      </dgm:t>
    </dgm:pt>
    <dgm:pt modelId="{1FFB751A-4FAA-44F8-ADE1-D9A3543A817C}">
      <dgm:prSet/>
      <dgm:spPr/>
      <dgm:t>
        <a:bodyPr/>
        <a:lstStyle/>
        <a:p>
          <a:r>
            <a:rPr lang="es-PE" b="1" i="0"/>
            <a:t>Concepto</a:t>
          </a:r>
          <a:endParaRPr lang="es-PE"/>
        </a:p>
      </dgm:t>
    </dgm:pt>
    <dgm:pt modelId="{30F217D7-FE00-4C91-B153-9C2971888A21}" type="parTrans" cxnId="{E882ADD0-B30E-4345-BBA1-A2BC512E353F}">
      <dgm:prSet/>
      <dgm:spPr/>
      <dgm:t>
        <a:bodyPr/>
        <a:lstStyle/>
        <a:p>
          <a:endParaRPr lang="es-PE"/>
        </a:p>
      </dgm:t>
    </dgm:pt>
    <dgm:pt modelId="{9E7319E2-8442-4A67-984E-DE6D14EAC28B}" type="sibTrans" cxnId="{E882ADD0-B30E-4345-BBA1-A2BC512E353F}">
      <dgm:prSet/>
      <dgm:spPr/>
      <dgm:t>
        <a:bodyPr/>
        <a:lstStyle/>
        <a:p>
          <a:endParaRPr lang="es-PE"/>
        </a:p>
      </dgm:t>
    </dgm:pt>
    <dgm:pt modelId="{F07C879E-F841-4DFF-A650-88497793A5F5}">
      <dgm:prSet/>
      <dgm:spPr/>
      <dgm:t>
        <a:bodyPr/>
        <a:lstStyle/>
        <a:p>
          <a:r>
            <a:rPr lang="es-ES" b="0" i="0"/>
            <a:t>Modelar = simplificar la realidad para entenderla y trabajar sobre ella. Es una abstracción controlada que facilita la toma de decisiones y la comunicación entre todos los involucrados en el proyecto.</a:t>
          </a:r>
          <a:endParaRPr lang="es-PE"/>
        </a:p>
      </dgm:t>
    </dgm:pt>
    <dgm:pt modelId="{8C2826F3-A7F6-4D09-BA55-970A7C627063}" type="parTrans" cxnId="{222B7C1C-CAF3-40D3-A556-81DC772AE805}">
      <dgm:prSet/>
      <dgm:spPr/>
      <dgm:t>
        <a:bodyPr/>
        <a:lstStyle/>
        <a:p>
          <a:endParaRPr lang="es-PE"/>
        </a:p>
      </dgm:t>
    </dgm:pt>
    <dgm:pt modelId="{F93744CC-AA72-471D-A174-F4AC1FB37BE9}" type="sibTrans" cxnId="{222B7C1C-CAF3-40D3-A556-81DC772AE805}">
      <dgm:prSet/>
      <dgm:spPr/>
      <dgm:t>
        <a:bodyPr/>
        <a:lstStyle/>
        <a:p>
          <a:endParaRPr lang="es-PE"/>
        </a:p>
      </dgm:t>
    </dgm:pt>
    <dgm:pt modelId="{592ECE48-6295-4A5D-9049-798B3C763FD7}" type="pres">
      <dgm:prSet presAssocID="{00DBBC81-9161-4156-A7C3-7C56C90B1A97}" presName="vert0" presStyleCnt="0">
        <dgm:presLayoutVars>
          <dgm:dir/>
          <dgm:animOne val="branch"/>
          <dgm:animLvl val="lvl"/>
        </dgm:presLayoutVars>
      </dgm:prSet>
      <dgm:spPr/>
    </dgm:pt>
    <dgm:pt modelId="{180B570E-17C5-455E-9141-5BDE3B67C4D0}" type="pres">
      <dgm:prSet presAssocID="{8E23892C-5148-4BB5-A500-A1851FFC0653}" presName="thickLine" presStyleLbl="alignNode1" presStyleIdx="0" presStyleCnt="2"/>
      <dgm:spPr/>
    </dgm:pt>
    <dgm:pt modelId="{8190D0FF-D55E-469A-BBB6-52F919C5E703}" type="pres">
      <dgm:prSet presAssocID="{8E23892C-5148-4BB5-A500-A1851FFC0653}" presName="horz1" presStyleCnt="0"/>
      <dgm:spPr/>
    </dgm:pt>
    <dgm:pt modelId="{A98ABCFA-D6B8-497C-A9D3-216CACF08C24}" type="pres">
      <dgm:prSet presAssocID="{8E23892C-5148-4BB5-A500-A1851FFC0653}" presName="tx1" presStyleLbl="revTx" presStyleIdx="0" presStyleCnt="4"/>
      <dgm:spPr/>
    </dgm:pt>
    <dgm:pt modelId="{65A425C3-EEB7-40FD-AF0E-22B46D9363A7}" type="pres">
      <dgm:prSet presAssocID="{8E23892C-5148-4BB5-A500-A1851FFC0653}" presName="vert1" presStyleCnt="0"/>
      <dgm:spPr/>
    </dgm:pt>
    <dgm:pt modelId="{884E167E-5A6B-445E-B1D2-9D9BC242B213}" type="pres">
      <dgm:prSet presAssocID="{F712F99A-4AE0-4136-9E17-BFCA78DCEAC2}" presName="vertSpace2a" presStyleCnt="0"/>
      <dgm:spPr/>
    </dgm:pt>
    <dgm:pt modelId="{0B9611E5-7A0A-4CA7-8F61-1E5CEC05E5B8}" type="pres">
      <dgm:prSet presAssocID="{F712F99A-4AE0-4136-9E17-BFCA78DCEAC2}" presName="horz2" presStyleCnt="0"/>
      <dgm:spPr/>
    </dgm:pt>
    <dgm:pt modelId="{D3275014-FDB0-4CB6-99BF-E2204B4EA9EA}" type="pres">
      <dgm:prSet presAssocID="{F712F99A-4AE0-4136-9E17-BFCA78DCEAC2}" presName="horzSpace2" presStyleCnt="0"/>
      <dgm:spPr/>
    </dgm:pt>
    <dgm:pt modelId="{FA1D7433-CAA5-40D0-8920-707F3CF0B0A6}" type="pres">
      <dgm:prSet presAssocID="{F712F99A-4AE0-4136-9E17-BFCA78DCEAC2}" presName="tx2" presStyleLbl="revTx" presStyleIdx="1" presStyleCnt="4"/>
      <dgm:spPr/>
    </dgm:pt>
    <dgm:pt modelId="{C0AEAB08-3B9E-43FA-AD84-F1C19025E42B}" type="pres">
      <dgm:prSet presAssocID="{F712F99A-4AE0-4136-9E17-BFCA78DCEAC2}" presName="vert2" presStyleCnt="0"/>
      <dgm:spPr/>
    </dgm:pt>
    <dgm:pt modelId="{9B734291-D643-4F71-88EA-FF61994D1EC6}" type="pres">
      <dgm:prSet presAssocID="{F712F99A-4AE0-4136-9E17-BFCA78DCEAC2}" presName="thinLine2b" presStyleLbl="callout" presStyleIdx="0" presStyleCnt="2"/>
      <dgm:spPr/>
    </dgm:pt>
    <dgm:pt modelId="{35AFA727-C411-4F40-B7E1-BE566415FDEB}" type="pres">
      <dgm:prSet presAssocID="{F712F99A-4AE0-4136-9E17-BFCA78DCEAC2}" presName="vertSpace2b" presStyleCnt="0"/>
      <dgm:spPr/>
    </dgm:pt>
    <dgm:pt modelId="{974361B6-42F2-4438-8B98-727096DFAFDF}" type="pres">
      <dgm:prSet presAssocID="{1FFB751A-4FAA-44F8-ADE1-D9A3543A817C}" presName="thickLine" presStyleLbl="alignNode1" presStyleIdx="1" presStyleCnt="2"/>
      <dgm:spPr/>
    </dgm:pt>
    <dgm:pt modelId="{87453C8E-F303-4613-8BC7-B2C1035592A0}" type="pres">
      <dgm:prSet presAssocID="{1FFB751A-4FAA-44F8-ADE1-D9A3543A817C}" presName="horz1" presStyleCnt="0"/>
      <dgm:spPr/>
    </dgm:pt>
    <dgm:pt modelId="{3CABBA41-13C4-41FF-8D13-93F1939F8ADF}" type="pres">
      <dgm:prSet presAssocID="{1FFB751A-4FAA-44F8-ADE1-D9A3543A817C}" presName="tx1" presStyleLbl="revTx" presStyleIdx="2" presStyleCnt="4"/>
      <dgm:spPr/>
    </dgm:pt>
    <dgm:pt modelId="{E47F0335-BBB4-4D19-A7CF-D18A6E21ACBC}" type="pres">
      <dgm:prSet presAssocID="{1FFB751A-4FAA-44F8-ADE1-D9A3543A817C}" presName="vert1" presStyleCnt="0"/>
      <dgm:spPr/>
    </dgm:pt>
    <dgm:pt modelId="{610F6782-1818-4B75-AC66-2C894BFB6EC2}" type="pres">
      <dgm:prSet presAssocID="{F07C879E-F841-4DFF-A650-88497793A5F5}" presName="vertSpace2a" presStyleCnt="0"/>
      <dgm:spPr/>
    </dgm:pt>
    <dgm:pt modelId="{94B52C7B-49C5-425C-9E68-C1D9AC16EF77}" type="pres">
      <dgm:prSet presAssocID="{F07C879E-F841-4DFF-A650-88497793A5F5}" presName="horz2" presStyleCnt="0"/>
      <dgm:spPr/>
    </dgm:pt>
    <dgm:pt modelId="{9B1BA5D0-F875-43E1-8309-F965E5D1FD81}" type="pres">
      <dgm:prSet presAssocID="{F07C879E-F841-4DFF-A650-88497793A5F5}" presName="horzSpace2" presStyleCnt="0"/>
      <dgm:spPr/>
    </dgm:pt>
    <dgm:pt modelId="{01103294-9585-40A6-A2B7-02C8B1D46CE9}" type="pres">
      <dgm:prSet presAssocID="{F07C879E-F841-4DFF-A650-88497793A5F5}" presName="tx2" presStyleLbl="revTx" presStyleIdx="3" presStyleCnt="4"/>
      <dgm:spPr/>
    </dgm:pt>
    <dgm:pt modelId="{48ECE33A-AD8E-4862-A887-B0CF10D886DE}" type="pres">
      <dgm:prSet presAssocID="{F07C879E-F841-4DFF-A650-88497793A5F5}" presName="vert2" presStyleCnt="0"/>
      <dgm:spPr/>
    </dgm:pt>
    <dgm:pt modelId="{0E634F86-F78A-4443-AD2E-E28A78324CC7}" type="pres">
      <dgm:prSet presAssocID="{F07C879E-F841-4DFF-A650-88497793A5F5}" presName="thinLine2b" presStyleLbl="callout" presStyleIdx="1" presStyleCnt="2"/>
      <dgm:spPr/>
    </dgm:pt>
    <dgm:pt modelId="{322E97C7-B22B-4B2C-8C32-51737211F5C9}" type="pres">
      <dgm:prSet presAssocID="{F07C879E-F841-4DFF-A650-88497793A5F5}" presName="vertSpace2b" presStyleCnt="0"/>
      <dgm:spPr/>
    </dgm:pt>
  </dgm:ptLst>
  <dgm:cxnLst>
    <dgm:cxn modelId="{222B7C1C-CAF3-40D3-A556-81DC772AE805}" srcId="{1FFB751A-4FAA-44F8-ADE1-D9A3543A817C}" destId="{F07C879E-F841-4DFF-A650-88497793A5F5}" srcOrd="0" destOrd="0" parTransId="{8C2826F3-A7F6-4D09-BA55-970A7C627063}" sibTransId="{F93744CC-AA72-471D-A174-F4AC1FB37BE9}"/>
    <dgm:cxn modelId="{1D5E4722-1BA2-4F4B-9448-C979B7DF31E5}" srcId="{00DBBC81-9161-4156-A7C3-7C56C90B1A97}" destId="{8E23892C-5148-4BB5-A500-A1851FFC0653}" srcOrd="0" destOrd="0" parTransId="{5BF2E04E-6460-4D65-8E99-8F3405EDC8CF}" sibTransId="{B4B19765-2571-4DB7-8B81-740B71C90A9E}"/>
    <dgm:cxn modelId="{48ED455C-1CE3-48A9-89B8-1D1658645ACE}" type="presOf" srcId="{8E23892C-5148-4BB5-A500-A1851FFC0653}" destId="{A98ABCFA-D6B8-497C-A9D3-216CACF08C24}" srcOrd="0" destOrd="0" presId="urn:microsoft.com/office/officeart/2008/layout/LinedList"/>
    <dgm:cxn modelId="{B62A7693-4BDD-4E78-9A78-B33F64C1D5DA}" type="presOf" srcId="{1FFB751A-4FAA-44F8-ADE1-D9A3543A817C}" destId="{3CABBA41-13C4-41FF-8D13-93F1939F8ADF}" srcOrd="0" destOrd="0" presId="urn:microsoft.com/office/officeart/2008/layout/LinedList"/>
    <dgm:cxn modelId="{22135B95-FA09-49DF-8CB5-C19E9EDDC9D0}" type="presOf" srcId="{F07C879E-F841-4DFF-A650-88497793A5F5}" destId="{01103294-9585-40A6-A2B7-02C8B1D46CE9}" srcOrd="0" destOrd="0" presId="urn:microsoft.com/office/officeart/2008/layout/LinedList"/>
    <dgm:cxn modelId="{B3ABDDB4-2B13-4B18-8CEB-768CD5D4C718}" type="presOf" srcId="{00DBBC81-9161-4156-A7C3-7C56C90B1A97}" destId="{592ECE48-6295-4A5D-9049-798B3C763FD7}" srcOrd="0" destOrd="0" presId="urn:microsoft.com/office/officeart/2008/layout/LinedList"/>
    <dgm:cxn modelId="{F43D79CC-3E9F-4658-AEE0-67294D5DC527}" srcId="{8E23892C-5148-4BB5-A500-A1851FFC0653}" destId="{F712F99A-4AE0-4136-9E17-BFCA78DCEAC2}" srcOrd="0" destOrd="0" parTransId="{A74727BA-C854-4A38-B395-575A934D35E6}" sibTransId="{8EFA2ABC-4108-438A-A4CC-5C5EB4C880AF}"/>
    <dgm:cxn modelId="{E882ADD0-B30E-4345-BBA1-A2BC512E353F}" srcId="{00DBBC81-9161-4156-A7C3-7C56C90B1A97}" destId="{1FFB751A-4FAA-44F8-ADE1-D9A3543A817C}" srcOrd="1" destOrd="0" parTransId="{30F217D7-FE00-4C91-B153-9C2971888A21}" sibTransId="{9E7319E2-8442-4A67-984E-DE6D14EAC28B}"/>
    <dgm:cxn modelId="{2B8FAAFD-7802-4BBC-BC4A-968E4E422032}" type="presOf" srcId="{F712F99A-4AE0-4136-9E17-BFCA78DCEAC2}" destId="{FA1D7433-CAA5-40D0-8920-707F3CF0B0A6}" srcOrd="0" destOrd="0" presId="urn:microsoft.com/office/officeart/2008/layout/LinedList"/>
    <dgm:cxn modelId="{BFE20785-A0E0-44B6-AB9D-5A231E8CB679}" type="presParOf" srcId="{592ECE48-6295-4A5D-9049-798B3C763FD7}" destId="{180B570E-17C5-455E-9141-5BDE3B67C4D0}" srcOrd="0" destOrd="0" presId="urn:microsoft.com/office/officeart/2008/layout/LinedList"/>
    <dgm:cxn modelId="{C08B5447-7FF9-4AEB-928D-EDAFEA0C4B89}" type="presParOf" srcId="{592ECE48-6295-4A5D-9049-798B3C763FD7}" destId="{8190D0FF-D55E-469A-BBB6-52F919C5E703}" srcOrd="1" destOrd="0" presId="urn:microsoft.com/office/officeart/2008/layout/LinedList"/>
    <dgm:cxn modelId="{4FC306DF-9359-4ADA-B45A-D3669951717B}" type="presParOf" srcId="{8190D0FF-D55E-469A-BBB6-52F919C5E703}" destId="{A98ABCFA-D6B8-497C-A9D3-216CACF08C24}" srcOrd="0" destOrd="0" presId="urn:microsoft.com/office/officeart/2008/layout/LinedList"/>
    <dgm:cxn modelId="{32EF2A19-CD66-4AA9-A0B2-0CAF48331C47}" type="presParOf" srcId="{8190D0FF-D55E-469A-BBB6-52F919C5E703}" destId="{65A425C3-EEB7-40FD-AF0E-22B46D9363A7}" srcOrd="1" destOrd="0" presId="urn:microsoft.com/office/officeart/2008/layout/LinedList"/>
    <dgm:cxn modelId="{08D2DCAF-040C-4067-A177-40DB4EF488A9}" type="presParOf" srcId="{65A425C3-EEB7-40FD-AF0E-22B46D9363A7}" destId="{884E167E-5A6B-445E-B1D2-9D9BC242B213}" srcOrd="0" destOrd="0" presId="urn:microsoft.com/office/officeart/2008/layout/LinedList"/>
    <dgm:cxn modelId="{2799C36A-1B94-4961-8214-E737732DF6BF}" type="presParOf" srcId="{65A425C3-EEB7-40FD-AF0E-22B46D9363A7}" destId="{0B9611E5-7A0A-4CA7-8F61-1E5CEC05E5B8}" srcOrd="1" destOrd="0" presId="urn:microsoft.com/office/officeart/2008/layout/LinedList"/>
    <dgm:cxn modelId="{1023DBCA-9A30-4E83-B7AA-AFA3DEFB4A7E}" type="presParOf" srcId="{0B9611E5-7A0A-4CA7-8F61-1E5CEC05E5B8}" destId="{D3275014-FDB0-4CB6-99BF-E2204B4EA9EA}" srcOrd="0" destOrd="0" presId="urn:microsoft.com/office/officeart/2008/layout/LinedList"/>
    <dgm:cxn modelId="{39EE7CD0-5A63-4152-94BD-6ADFD08BFF48}" type="presParOf" srcId="{0B9611E5-7A0A-4CA7-8F61-1E5CEC05E5B8}" destId="{FA1D7433-CAA5-40D0-8920-707F3CF0B0A6}" srcOrd="1" destOrd="0" presId="urn:microsoft.com/office/officeart/2008/layout/LinedList"/>
    <dgm:cxn modelId="{6B0D9659-F24F-48DC-B88E-24B2FE208D4A}" type="presParOf" srcId="{0B9611E5-7A0A-4CA7-8F61-1E5CEC05E5B8}" destId="{C0AEAB08-3B9E-43FA-AD84-F1C19025E42B}" srcOrd="2" destOrd="0" presId="urn:microsoft.com/office/officeart/2008/layout/LinedList"/>
    <dgm:cxn modelId="{648BBFC3-79D9-4C8C-B0F6-B689626DB597}" type="presParOf" srcId="{65A425C3-EEB7-40FD-AF0E-22B46D9363A7}" destId="{9B734291-D643-4F71-88EA-FF61994D1EC6}" srcOrd="2" destOrd="0" presId="urn:microsoft.com/office/officeart/2008/layout/LinedList"/>
    <dgm:cxn modelId="{A505B33C-ECEA-4E5D-B885-471C62F69AB4}" type="presParOf" srcId="{65A425C3-EEB7-40FD-AF0E-22B46D9363A7}" destId="{35AFA727-C411-4F40-B7E1-BE566415FDEB}" srcOrd="3" destOrd="0" presId="urn:microsoft.com/office/officeart/2008/layout/LinedList"/>
    <dgm:cxn modelId="{F3641919-A6ED-43B5-AF09-A9D496253E52}" type="presParOf" srcId="{592ECE48-6295-4A5D-9049-798B3C763FD7}" destId="{974361B6-42F2-4438-8B98-727096DFAFDF}" srcOrd="2" destOrd="0" presId="urn:microsoft.com/office/officeart/2008/layout/LinedList"/>
    <dgm:cxn modelId="{1D4C8818-AD1B-4100-BCF7-BC5866775D5F}" type="presParOf" srcId="{592ECE48-6295-4A5D-9049-798B3C763FD7}" destId="{87453C8E-F303-4613-8BC7-B2C1035592A0}" srcOrd="3" destOrd="0" presId="urn:microsoft.com/office/officeart/2008/layout/LinedList"/>
    <dgm:cxn modelId="{9B944098-4722-4E70-A0FB-202FEE2E3FFD}" type="presParOf" srcId="{87453C8E-F303-4613-8BC7-B2C1035592A0}" destId="{3CABBA41-13C4-41FF-8D13-93F1939F8ADF}" srcOrd="0" destOrd="0" presId="urn:microsoft.com/office/officeart/2008/layout/LinedList"/>
    <dgm:cxn modelId="{E64CF65D-1777-439D-8579-988D20D8809D}" type="presParOf" srcId="{87453C8E-F303-4613-8BC7-B2C1035592A0}" destId="{E47F0335-BBB4-4D19-A7CF-D18A6E21ACBC}" srcOrd="1" destOrd="0" presId="urn:microsoft.com/office/officeart/2008/layout/LinedList"/>
    <dgm:cxn modelId="{112E4061-1543-46C8-8068-E5E3C9D8CF00}" type="presParOf" srcId="{E47F0335-BBB4-4D19-A7CF-D18A6E21ACBC}" destId="{610F6782-1818-4B75-AC66-2C894BFB6EC2}" srcOrd="0" destOrd="0" presId="urn:microsoft.com/office/officeart/2008/layout/LinedList"/>
    <dgm:cxn modelId="{FD330C27-C055-4848-B3ED-23C9A921A073}" type="presParOf" srcId="{E47F0335-BBB4-4D19-A7CF-D18A6E21ACBC}" destId="{94B52C7B-49C5-425C-9E68-C1D9AC16EF77}" srcOrd="1" destOrd="0" presId="urn:microsoft.com/office/officeart/2008/layout/LinedList"/>
    <dgm:cxn modelId="{6CF7A873-54FA-4931-A269-8BACF27737BA}" type="presParOf" srcId="{94B52C7B-49C5-425C-9E68-C1D9AC16EF77}" destId="{9B1BA5D0-F875-43E1-8309-F965E5D1FD81}" srcOrd="0" destOrd="0" presId="urn:microsoft.com/office/officeart/2008/layout/LinedList"/>
    <dgm:cxn modelId="{BA76261E-4908-4E8C-9E8D-6CF8352E963A}" type="presParOf" srcId="{94B52C7B-49C5-425C-9E68-C1D9AC16EF77}" destId="{01103294-9585-40A6-A2B7-02C8B1D46CE9}" srcOrd="1" destOrd="0" presId="urn:microsoft.com/office/officeart/2008/layout/LinedList"/>
    <dgm:cxn modelId="{DA70F65D-A8C4-4507-9E56-BA015216200F}" type="presParOf" srcId="{94B52C7B-49C5-425C-9E68-C1D9AC16EF77}" destId="{48ECE33A-AD8E-4862-A887-B0CF10D886DE}" srcOrd="2" destOrd="0" presId="urn:microsoft.com/office/officeart/2008/layout/LinedList"/>
    <dgm:cxn modelId="{D1417B45-6B53-4D0D-A84F-5AEBED548881}" type="presParOf" srcId="{E47F0335-BBB4-4D19-A7CF-D18A6E21ACBC}" destId="{0E634F86-F78A-4443-AD2E-E28A78324CC7}" srcOrd="2" destOrd="0" presId="urn:microsoft.com/office/officeart/2008/layout/LinedList"/>
    <dgm:cxn modelId="{F86CB979-08F8-41C4-AD31-8ABE3A3CC86F}" type="presParOf" srcId="{E47F0335-BBB4-4D19-A7CF-D18A6E21ACBC}" destId="{322E97C7-B22B-4B2C-8C32-51737211F5C9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1F0EEF-B6C8-4A8F-836F-341ECC8ADFF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6FF0420C-5027-4078-8683-A9DFD228DCBF}">
      <dgm:prSet/>
      <dgm:spPr/>
      <dgm:t>
        <a:bodyPr/>
        <a:lstStyle/>
        <a:p>
          <a:r>
            <a:rPr lang="es-PE" b="1" i="0"/>
            <a:t>Comprensión del Problema	</a:t>
          </a:r>
          <a:endParaRPr lang="es-PE"/>
        </a:p>
      </dgm:t>
    </dgm:pt>
    <dgm:pt modelId="{98EDF27E-B6B3-4A57-BE55-94F7FE885305}" type="parTrans" cxnId="{7D11EE24-C129-45DF-84DF-FD6281F0BDD9}">
      <dgm:prSet/>
      <dgm:spPr/>
      <dgm:t>
        <a:bodyPr/>
        <a:lstStyle/>
        <a:p>
          <a:endParaRPr lang="es-PE"/>
        </a:p>
      </dgm:t>
    </dgm:pt>
    <dgm:pt modelId="{ED2D4290-4681-41F1-AF56-1EAA15E05058}" type="sibTrans" cxnId="{7D11EE24-C129-45DF-84DF-FD6281F0BDD9}">
      <dgm:prSet/>
      <dgm:spPr/>
      <dgm:t>
        <a:bodyPr/>
        <a:lstStyle/>
        <a:p>
          <a:endParaRPr lang="es-PE"/>
        </a:p>
      </dgm:t>
    </dgm:pt>
    <dgm:pt modelId="{9A7A60C8-A088-4CFE-BCA1-5FEED5868F63}">
      <dgm:prSet/>
      <dgm:spPr/>
      <dgm:t>
        <a:bodyPr/>
        <a:lstStyle/>
        <a:p>
          <a:r>
            <a:rPr lang="es-ES" b="0" i="0"/>
            <a:t>Facilita la comprensión profunda del problema y sus requisitos, permitiendo identificar necesidades y expectativas de manera clara y precisa</a:t>
          </a:r>
          <a:endParaRPr lang="es-PE"/>
        </a:p>
      </dgm:t>
    </dgm:pt>
    <dgm:pt modelId="{965D2BAA-8B51-4F35-9C77-884B86EFB5B6}" type="parTrans" cxnId="{F1CDA527-D19C-40CA-9B19-EBE70219C955}">
      <dgm:prSet/>
      <dgm:spPr/>
      <dgm:t>
        <a:bodyPr/>
        <a:lstStyle/>
        <a:p>
          <a:endParaRPr lang="es-PE"/>
        </a:p>
      </dgm:t>
    </dgm:pt>
    <dgm:pt modelId="{53FA56E2-1DA7-4F57-96A2-47E84F60771F}" type="sibTrans" cxnId="{F1CDA527-D19C-40CA-9B19-EBE70219C955}">
      <dgm:prSet/>
      <dgm:spPr/>
      <dgm:t>
        <a:bodyPr/>
        <a:lstStyle/>
        <a:p>
          <a:endParaRPr lang="es-PE"/>
        </a:p>
      </dgm:t>
    </dgm:pt>
    <dgm:pt modelId="{40E7AC0A-42DB-485E-BA3A-B3FF5C4BA73A}">
      <dgm:prSet/>
      <dgm:spPr/>
      <dgm:t>
        <a:bodyPr/>
        <a:lstStyle/>
        <a:p>
          <a:r>
            <a:rPr lang="es-PE" b="1" i="0"/>
            <a:t>Diseño Estructurado</a:t>
          </a:r>
          <a:endParaRPr lang="es-PE"/>
        </a:p>
      </dgm:t>
    </dgm:pt>
    <dgm:pt modelId="{9F10DC98-5EFE-4447-85D8-3E47672B89A4}" type="parTrans" cxnId="{61D349CC-C28D-41F8-8324-30D0F96DD84B}">
      <dgm:prSet/>
      <dgm:spPr/>
      <dgm:t>
        <a:bodyPr/>
        <a:lstStyle/>
        <a:p>
          <a:endParaRPr lang="es-PE"/>
        </a:p>
      </dgm:t>
    </dgm:pt>
    <dgm:pt modelId="{A2EA2E90-766C-47F5-BCD2-1BE1A6C30F9A}" type="sibTrans" cxnId="{61D349CC-C28D-41F8-8324-30D0F96DD84B}">
      <dgm:prSet/>
      <dgm:spPr/>
      <dgm:t>
        <a:bodyPr/>
        <a:lstStyle/>
        <a:p>
          <a:endParaRPr lang="es-PE"/>
        </a:p>
      </dgm:t>
    </dgm:pt>
    <dgm:pt modelId="{A6CD34FC-336A-494D-AF21-33907212EB52}">
      <dgm:prSet/>
      <dgm:spPr/>
      <dgm:t>
        <a:bodyPr/>
        <a:lstStyle/>
        <a:p>
          <a:r>
            <a:rPr lang="es-ES" b="0" i="0"/>
            <a:t>Permite un diseño planificado y organizado del sistema, estableciendo arquitecturas sólidas y escalables desde el inicio.</a:t>
          </a:r>
          <a:endParaRPr lang="es-PE"/>
        </a:p>
      </dgm:t>
    </dgm:pt>
    <dgm:pt modelId="{46A8071B-D7D5-4377-A92A-D4F2FE94B64D}" type="parTrans" cxnId="{0BC62ED5-254A-494D-81E5-1C1631FB1331}">
      <dgm:prSet/>
      <dgm:spPr/>
      <dgm:t>
        <a:bodyPr/>
        <a:lstStyle/>
        <a:p>
          <a:endParaRPr lang="es-PE"/>
        </a:p>
      </dgm:t>
    </dgm:pt>
    <dgm:pt modelId="{0022D6BA-38D0-40AA-8388-DE73FADF6A9F}" type="sibTrans" cxnId="{0BC62ED5-254A-494D-81E5-1C1631FB1331}">
      <dgm:prSet/>
      <dgm:spPr/>
      <dgm:t>
        <a:bodyPr/>
        <a:lstStyle/>
        <a:p>
          <a:endParaRPr lang="es-PE"/>
        </a:p>
      </dgm:t>
    </dgm:pt>
    <dgm:pt modelId="{08EE2199-3E1F-4101-BF95-B41056B35C7E}">
      <dgm:prSet/>
      <dgm:spPr/>
      <dgm:t>
        <a:bodyPr/>
        <a:lstStyle/>
        <a:p>
          <a:r>
            <a:rPr lang="es-PE" b="1" i="0"/>
            <a:t>Comunicación Efectiva</a:t>
          </a:r>
          <a:endParaRPr lang="es-PE"/>
        </a:p>
      </dgm:t>
    </dgm:pt>
    <dgm:pt modelId="{3C7F8D26-BB4F-45BE-9BC4-E23CAB7B5603}" type="parTrans" cxnId="{19D31F0D-06BA-40A8-893A-79F061324C36}">
      <dgm:prSet/>
      <dgm:spPr/>
      <dgm:t>
        <a:bodyPr/>
        <a:lstStyle/>
        <a:p>
          <a:endParaRPr lang="es-PE"/>
        </a:p>
      </dgm:t>
    </dgm:pt>
    <dgm:pt modelId="{176AFCDC-E145-4AE9-9EDE-B1EDC2F8C7A8}" type="sibTrans" cxnId="{19D31F0D-06BA-40A8-893A-79F061324C36}">
      <dgm:prSet/>
      <dgm:spPr/>
      <dgm:t>
        <a:bodyPr/>
        <a:lstStyle/>
        <a:p>
          <a:endParaRPr lang="es-PE"/>
        </a:p>
      </dgm:t>
    </dgm:pt>
    <dgm:pt modelId="{675A9905-DE1D-4C4D-8B46-AB44C1B3D91C}">
      <dgm:prSet/>
      <dgm:spPr/>
      <dgm:t>
        <a:bodyPr/>
        <a:lstStyle/>
        <a:p>
          <a:r>
            <a:rPr lang="es-ES" b="0" i="0"/>
            <a:t>Facilita la comunicación entre stakeholders (clientes, desarrolladores, diseñadores), creando un lenguaje común para todos los participantes.</a:t>
          </a:r>
          <a:endParaRPr lang="es-PE"/>
        </a:p>
      </dgm:t>
    </dgm:pt>
    <dgm:pt modelId="{F07BF88C-48B5-4A8F-8C5A-6AB5893E9B71}" type="parTrans" cxnId="{89B0850F-1878-40FD-A037-25DAB6C24BD3}">
      <dgm:prSet/>
      <dgm:spPr/>
      <dgm:t>
        <a:bodyPr/>
        <a:lstStyle/>
        <a:p>
          <a:endParaRPr lang="es-PE"/>
        </a:p>
      </dgm:t>
    </dgm:pt>
    <dgm:pt modelId="{3269F7E5-95DB-4B84-B7A5-2900FEEE9008}" type="sibTrans" cxnId="{89B0850F-1878-40FD-A037-25DAB6C24BD3}">
      <dgm:prSet/>
      <dgm:spPr/>
      <dgm:t>
        <a:bodyPr/>
        <a:lstStyle/>
        <a:p>
          <a:endParaRPr lang="es-PE"/>
        </a:p>
      </dgm:t>
    </dgm:pt>
    <dgm:pt modelId="{30FBAB04-CB67-46E5-94C6-F130A7C90E99}" type="pres">
      <dgm:prSet presAssocID="{271F0EEF-B6C8-4A8F-836F-341ECC8ADFFD}" presName="Name0" presStyleCnt="0">
        <dgm:presLayoutVars>
          <dgm:dir/>
          <dgm:animLvl val="lvl"/>
          <dgm:resizeHandles val="exact"/>
        </dgm:presLayoutVars>
      </dgm:prSet>
      <dgm:spPr/>
    </dgm:pt>
    <dgm:pt modelId="{28632595-6810-43FF-B8EC-9CBBC2BAF547}" type="pres">
      <dgm:prSet presAssocID="{6FF0420C-5027-4078-8683-A9DFD228DCBF}" presName="composite" presStyleCnt="0"/>
      <dgm:spPr/>
    </dgm:pt>
    <dgm:pt modelId="{E7574F1B-3424-4632-9736-FDFF8C24D0E7}" type="pres">
      <dgm:prSet presAssocID="{6FF0420C-5027-4078-8683-A9DFD228DCB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945A95C-DF38-4B35-B903-4636C38181C9}" type="pres">
      <dgm:prSet presAssocID="{6FF0420C-5027-4078-8683-A9DFD228DCBF}" presName="desTx" presStyleLbl="alignAccFollowNode1" presStyleIdx="0" presStyleCnt="3">
        <dgm:presLayoutVars>
          <dgm:bulletEnabled val="1"/>
        </dgm:presLayoutVars>
      </dgm:prSet>
      <dgm:spPr/>
    </dgm:pt>
    <dgm:pt modelId="{2813F723-CBAD-4FE2-8C34-D8E66C485BC7}" type="pres">
      <dgm:prSet presAssocID="{ED2D4290-4681-41F1-AF56-1EAA15E05058}" presName="space" presStyleCnt="0"/>
      <dgm:spPr/>
    </dgm:pt>
    <dgm:pt modelId="{85819627-D5C0-4FA5-A9AF-E5974C2C8FA6}" type="pres">
      <dgm:prSet presAssocID="{40E7AC0A-42DB-485E-BA3A-B3FF5C4BA73A}" presName="composite" presStyleCnt="0"/>
      <dgm:spPr/>
    </dgm:pt>
    <dgm:pt modelId="{2FDFC382-B4A3-4049-ABE8-B7A20CEA23D9}" type="pres">
      <dgm:prSet presAssocID="{40E7AC0A-42DB-485E-BA3A-B3FF5C4BA73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94B118F-2007-42C6-A5A6-BA15B8483548}" type="pres">
      <dgm:prSet presAssocID="{40E7AC0A-42DB-485E-BA3A-B3FF5C4BA73A}" presName="desTx" presStyleLbl="alignAccFollowNode1" presStyleIdx="1" presStyleCnt="3">
        <dgm:presLayoutVars>
          <dgm:bulletEnabled val="1"/>
        </dgm:presLayoutVars>
      </dgm:prSet>
      <dgm:spPr/>
    </dgm:pt>
    <dgm:pt modelId="{A656E43A-1D6D-4F86-A284-33EE3C7CE868}" type="pres">
      <dgm:prSet presAssocID="{A2EA2E90-766C-47F5-BCD2-1BE1A6C30F9A}" presName="space" presStyleCnt="0"/>
      <dgm:spPr/>
    </dgm:pt>
    <dgm:pt modelId="{42E24E78-708B-4021-A4AC-ACC25C969C6C}" type="pres">
      <dgm:prSet presAssocID="{08EE2199-3E1F-4101-BF95-B41056B35C7E}" presName="composite" presStyleCnt="0"/>
      <dgm:spPr/>
    </dgm:pt>
    <dgm:pt modelId="{73C50F43-4828-45A6-B671-2C0DCE144F7C}" type="pres">
      <dgm:prSet presAssocID="{08EE2199-3E1F-4101-BF95-B41056B35C7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401B187-582B-4251-91F4-0CA470B64221}" type="pres">
      <dgm:prSet presAssocID="{08EE2199-3E1F-4101-BF95-B41056B35C7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920FA01-C3E5-465F-906A-7532AF9B6DC5}" type="presOf" srcId="{271F0EEF-B6C8-4A8F-836F-341ECC8ADFFD}" destId="{30FBAB04-CB67-46E5-94C6-F130A7C90E99}" srcOrd="0" destOrd="0" presId="urn:microsoft.com/office/officeart/2005/8/layout/hList1"/>
    <dgm:cxn modelId="{19D31F0D-06BA-40A8-893A-79F061324C36}" srcId="{271F0EEF-B6C8-4A8F-836F-341ECC8ADFFD}" destId="{08EE2199-3E1F-4101-BF95-B41056B35C7E}" srcOrd="2" destOrd="0" parTransId="{3C7F8D26-BB4F-45BE-9BC4-E23CAB7B5603}" sibTransId="{176AFCDC-E145-4AE9-9EDE-B1EDC2F8C7A8}"/>
    <dgm:cxn modelId="{89B0850F-1878-40FD-A037-25DAB6C24BD3}" srcId="{08EE2199-3E1F-4101-BF95-B41056B35C7E}" destId="{675A9905-DE1D-4C4D-8B46-AB44C1B3D91C}" srcOrd="0" destOrd="0" parTransId="{F07BF88C-48B5-4A8F-8C5A-6AB5893E9B71}" sibTransId="{3269F7E5-95DB-4B84-B7A5-2900FEEE9008}"/>
    <dgm:cxn modelId="{7D11EE24-C129-45DF-84DF-FD6281F0BDD9}" srcId="{271F0EEF-B6C8-4A8F-836F-341ECC8ADFFD}" destId="{6FF0420C-5027-4078-8683-A9DFD228DCBF}" srcOrd="0" destOrd="0" parTransId="{98EDF27E-B6B3-4A57-BE55-94F7FE885305}" sibTransId="{ED2D4290-4681-41F1-AF56-1EAA15E05058}"/>
    <dgm:cxn modelId="{F1CDA527-D19C-40CA-9B19-EBE70219C955}" srcId="{6FF0420C-5027-4078-8683-A9DFD228DCBF}" destId="{9A7A60C8-A088-4CFE-BCA1-5FEED5868F63}" srcOrd="0" destOrd="0" parTransId="{965D2BAA-8B51-4F35-9C77-884B86EFB5B6}" sibTransId="{53FA56E2-1DA7-4F57-96A2-47E84F60771F}"/>
    <dgm:cxn modelId="{C4934532-C591-4CB2-A260-523CFEF741B9}" type="presOf" srcId="{6FF0420C-5027-4078-8683-A9DFD228DCBF}" destId="{E7574F1B-3424-4632-9736-FDFF8C24D0E7}" srcOrd="0" destOrd="0" presId="urn:microsoft.com/office/officeart/2005/8/layout/hList1"/>
    <dgm:cxn modelId="{1FB5813C-DF86-411C-AE6E-86AEC63ED177}" type="presOf" srcId="{A6CD34FC-336A-494D-AF21-33907212EB52}" destId="{894B118F-2007-42C6-A5A6-BA15B8483548}" srcOrd="0" destOrd="0" presId="urn:microsoft.com/office/officeart/2005/8/layout/hList1"/>
    <dgm:cxn modelId="{1426B648-5BB8-4976-ACAD-EEF1F6342560}" type="presOf" srcId="{675A9905-DE1D-4C4D-8B46-AB44C1B3D91C}" destId="{0401B187-582B-4251-91F4-0CA470B64221}" srcOrd="0" destOrd="0" presId="urn:microsoft.com/office/officeart/2005/8/layout/hList1"/>
    <dgm:cxn modelId="{678B7599-6066-48C0-B8D9-58B7AA7F752B}" type="presOf" srcId="{40E7AC0A-42DB-485E-BA3A-B3FF5C4BA73A}" destId="{2FDFC382-B4A3-4049-ABE8-B7A20CEA23D9}" srcOrd="0" destOrd="0" presId="urn:microsoft.com/office/officeart/2005/8/layout/hList1"/>
    <dgm:cxn modelId="{6FE192C4-A45E-4655-B2F0-E271320FC91A}" type="presOf" srcId="{08EE2199-3E1F-4101-BF95-B41056B35C7E}" destId="{73C50F43-4828-45A6-B671-2C0DCE144F7C}" srcOrd="0" destOrd="0" presId="urn:microsoft.com/office/officeart/2005/8/layout/hList1"/>
    <dgm:cxn modelId="{61D349CC-C28D-41F8-8324-30D0F96DD84B}" srcId="{271F0EEF-B6C8-4A8F-836F-341ECC8ADFFD}" destId="{40E7AC0A-42DB-485E-BA3A-B3FF5C4BA73A}" srcOrd="1" destOrd="0" parTransId="{9F10DC98-5EFE-4447-85D8-3E47672B89A4}" sibTransId="{A2EA2E90-766C-47F5-BCD2-1BE1A6C30F9A}"/>
    <dgm:cxn modelId="{0BC62ED5-254A-494D-81E5-1C1631FB1331}" srcId="{40E7AC0A-42DB-485E-BA3A-B3FF5C4BA73A}" destId="{A6CD34FC-336A-494D-AF21-33907212EB52}" srcOrd="0" destOrd="0" parTransId="{46A8071B-D7D5-4377-A92A-D4F2FE94B64D}" sibTransId="{0022D6BA-38D0-40AA-8388-DE73FADF6A9F}"/>
    <dgm:cxn modelId="{BC002FFB-7C4C-42F1-A104-05ED1E984637}" type="presOf" srcId="{9A7A60C8-A088-4CFE-BCA1-5FEED5868F63}" destId="{4945A95C-DF38-4B35-B903-4636C38181C9}" srcOrd="0" destOrd="0" presId="urn:microsoft.com/office/officeart/2005/8/layout/hList1"/>
    <dgm:cxn modelId="{21347DA7-27B3-407A-89EA-95A0D7121DA9}" type="presParOf" srcId="{30FBAB04-CB67-46E5-94C6-F130A7C90E99}" destId="{28632595-6810-43FF-B8EC-9CBBC2BAF547}" srcOrd="0" destOrd="0" presId="urn:microsoft.com/office/officeart/2005/8/layout/hList1"/>
    <dgm:cxn modelId="{1BA1B23A-3CF2-40B7-A1CC-6F6D77AB4BD0}" type="presParOf" srcId="{28632595-6810-43FF-B8EC-9CBBC2BAF547}" destId="{E7574F1B-3424-4632-9736-FDFF8C24D0E7}" srcOrd="0" destOrd="0" presId="urn:microsoft.com/office/officeart/2005/8/layout/hList1"/>
    <dgm:cxn modelId="{B396F046-0EF6-42E8-AFEB-A057E3B6C5A3}" type="presParOf" srcId="{28632595-6810-43FF-B8EC-9CBBC2BAF547}" destId="{4945A95C-DF38-4B35-B903-4636C38181C9}" srcOrd="1" destOrd="0" presId="urn:microsoft.com/office/officeart/2005/8/layout/hList1"/>
    <dgm:cxn modelId="{5B4E70FD-77C9-4F12-9A9B-CCB1D11F5BCD}" type="presParOf" srcId="{30FBAB04-CB67-46E5-94C6-F130A7C90E99}" destId="{2813F723-CBAD-4FE2-8C34-D8E66C485BC7}" srcOrd="1" destOrd="0" presId="urn:microsoft.com/office/officeart/2005/8/layout/hList1"/>
    <dgm:cxn modelId="{140662E0-1868-4B3D-AED9-9D97777419A9}" type="presParOf" srcId="{30FBAB04-CB67-46E5-94C6-F130A7C90E99}" destId="{85819627-D5C0-4FA5-A9AF-E5974C2C8FA6}" srcOrd="2" destOrd="0" presId="urn:microsoft.com/office/officeart/2005/8/layout/hList1"/>
    <dgm:cxn modelId="{1C826C4A-C3C2-41E3-9C58-CA829EE51D32}" type="presParOf" srcId="{85819627-D5C0-4FA5-A9AF-E5974C2C8FA6}" destId="{2FDFC382-B4A3-4049-ABE8-B7A20CEA23D9}" srcOrd="0" destOrd="0" presId="urn:microsoft.com/office/officeart/2005/8/layout/hList1"/>
    <dgm:cxn modelId="{F90029AA-74B9-47B5-A798-88601A8E2001}" type="presParOf" srcId="{85819627-D5C0-4FA5-A9AF-E5974C2C8FA6}" destId="{894B118F-2007-42C6-A5A6-BA15B8483548}" srcOrd="1" destOrd="0" presId="urn:microsoft.com/office/officeart/2005/8/layout/hList1"/>
    <dgm:cxn modelId="{402AD41E-24B5-417A-A258-6034410F604C}" type="presParOf" srcId="{30FBAB04-CB67-46E5-94C6-F130A7C90E99}" destId="{A656E43A-1D6D-4F86-A284-33EE3C7CE868}" srcOrd="3" destOrd="0" presId="urn:microsoft.com/office/officeart/2005/8/layout/hList1"/>
    <dgm:cxn modelId="{1760CBE7-1573-4C69-8677-2F8A304B8AD6}" type="presParOf" srcId="{30FBAB04-CB67-46E5-94C6-F130A7C90E99}" destId="{42E24E78-708B-4021-A4AC-ACC25C969C6C}" srcOrd="4" destOrd="0" presId="urn:microsoft.com/office/officeart/2005/8/layout/hList1"/>
    <dgm:cxn modelId="{2EB3E11C-FEA1-4837-AE98-93742EE2D9A4}" type="presParOf" srcId="{42E24E78-708B-4021-A4AC-ACC25C969C6C}" destId="{73C50F43-4828-45A6-B671-2C0DCE144F7C}" srcOrd="0" destOrd="0" presId="urn:microsoft.com/office/officeart/2005/8/layout/hList1"/>
    <dgm:cxn modelId="{4C872A31-DF6E-428A-9856-537418AD0ECC}" type="presParOf" srcId="{42E24E78-708B-4021-A4AC-ACC25C969C6C}" destId="{0401B187-582B-4251-91F4-0CA470B6422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26E88A-CD55-481B-B6F5-82DA8ABF053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192F064D-E669-409D-A4C3-6C44185B4C43}">
      <dgm:prSet/>
      <dgm:spPr/>
      <dgm:t>
        <a:bodyPr/>
        <a:lstStyle/>
        <a:p>
          <a:r>
            <a:rPr lang="es-PE" b="1" i="0"/>
            <a:t>Estructural</a:t>
          </a:r>
          <a:endParaRPr lang="es-PE"/>
        </a:p>
      </dgm:t>
    </dgm:pt>
    <dgm:pt modelId="{0F66448D-95D8-4F27-B9C5-230C69E3C4B6}" type="parTrans" cxnId="{9C709839-BCA7-40BC-8B0F-B35E884AB604}">
      <dgm:prSet/>
      <dgm:spPr/>
      <dgm:t>
        <a:bodyPr/>
        <a:lstStyle/>
        <a:p>
          <a:endParaRPr lang="es-PE"/>
        </a:p>
      </dgm:t>
    </dgm:pt>
    <dgm:pt modelId="{378C4164-98F3-4829-BBAF-6CF39C42EB46}" type="sibTrans" cxnId="{9C709839-BCA7-40BC-8B0F-B35E884AB604}">
      <dgm:prSet/>
      <dgm:spPr/>
      <dgm:t>
        <a:bodyPr/>
        <a:lstStyle/>
        <a:p>
          <a:endParaRPr lang="es-PE"/>
        </a:p>
      </dgm:t>
    </dgm:pt>
    <dgm:pt modelId="{441E64B7-3FE0-4BB1-A7B3-AA21F19D336D}">
      <dgm:prSet/>
      <dgm:spPr/>
      <dgm:t>
        <a:bodyPr/>
        <a:lstStyle/>
        <a:p>
          <a:r>
            <a:rPr lang="es-ES" b="0" i="0"/>
            <a:t>Representa la organización estática del sistema. Muestra cómo están organizados los componentes, sus relaciones y atributos. Ejemplos: diagramas de clases, objetos y componentes.</a:t>
          </a:r>
          <a:endParaRPr lang="es-PE"/>
        </a:p>
      </dgm:t>
    </dgm:pt>
    <dgm:pt modelId="{0360C2CD-641F-4BC1-93AA-1ED616234635}" type="parTrans" cxnId="{FF4BDC76-C8BD-4AD8-BB53-76848F7DDA02}">
      <dgm:prSet/>
      <dgm:spPr/>
      <dgm:t>
        <a:bodyPr/>
        <a:lstStyle/>
        <a:p>
          <a:endParaRPr lang="es-PE"/>
        </a:p>
      </dgm:t>
    </dgm:pt>
    <dgm:pt modelId="{EF9EEFC2-9825-4B6C-ABB1-311A332480C8}" type="sibTrans" cxnId="{FF4BDC76-C8BD-4AD8-BB53-76848F7DDA02}">
      <dgm:prSet/>
      <dgm:spPr/>
      <dgm:t>
        <a:bodyPr/>
        <a:lstStyle/>
        <a:p>
          <a:endParaRPr lang="es-PE"/>
        </a:p>
      </dgm:t>
    </dgm:pt>
    <dgm:pt modelId="{1AFA8F56-6B51-4BC2-B798-04D6933E3DE7}">
      <dgm:prSet/>
      <dgm:spPr/>
      <dgm:t>
        <a:bodyPr/>
        <a:lstStyle/>
        <a:p>
          <a:r>
            <a:rPr lang="es-PE" b="1" i="0"/>
            <a:t>Comportamiento</a:t>
          </a:r>
          <a:endParaRPr lang="es-PE"/>
        </a:p>
      </dgm:t>
    </dgm:pt>
    <dgm:pt modelId="{7C6A1A40-EA6D-4EEB-8E1F-8EA1692AA5B2}" type="parTrans" cxnId="{20186CFE-04D0-4C3C-AED7-5F6DCF303D38}">
      <dgm:prSet/>
      <dgm:spPr/>
      <dgm:t>
        <a:bodyPr/>
        <a:lstStyle/>
        <a:p>
          <a:endParaRPr lang="es-PE"/>
        </a:p>
      </dgm:t>
    </dgm:pt>
    <dgm:pt modelId="{C025A055-3217-41A9-B903-4A612F4E8C10}" type="sibTrans" cxnId="{20186CFE-04D0-4C3C-AED7-5F6DCF303D38}">
      <dgm:prSet/>
      <dgm:spPr/>
      <dgm:t>
        <a:bodyPr/>
        <a:lstStyle/>
        <a:p>
          <a:endParaRPr lang="es-PE"/>
        </a:p>
      </dgm:t>
    </dgm:pt>
    <dgm:pt modelId="{263A63ED-D858-4796-89AA-29997FFEAFC3}">
      <dgm:prSet/>
      <dgm:spPr/>
      <dgm:t>
        <a:bodyPr/>
        <a:lstStyle/>
        <a:p>
          <a:r>
            <a:rPr lang="es-ES" b="0" i="0"/>
            <a:t>Describe la dinámica del sistema: cómo interactúa y cambia con el tiempo. Captura flujos de trabajo, interacciones y estados. Ejemplos: diagramas de secuencia, actividades y estados.</a:t>
          </a:r>
          <a:endParaRPr lang="es-PE"/>
        </a:p>
      </dgm:t>
    </dgm:pt>
    <dgm:pt modelId="{58A53D30-B845-42D9-BB7A-5B9222FA71F5}" type="parTrans" cxnId="{FBE6531F-22CD-4471-AE62-312E7A91DD11}">
      <dgm:prSet/>
      <dgm:spPr/>
      <dgm:t>
        <a:bodyPr/>
        <a:lstStyle/>
        <a:p>
          <a:endParaRPr lang="es-PE"/>
        </a:p>
      </dgm:t>
    </dgm:pt>
    <dgm:pt modelId="{A8FED8E1-B815-46CE-9ECF-B0DC65F9AD86}" type="sibTrans" cxnId="{FBE6531F-22CD-4471-AE62-312E7A91DD11}">
      <dgm:prSet/>
      <dgm:spPr/>
      <dgm:t>
        <a:bodyPr/>
        <a:lstStyle/>
        <a:p>
          <a:endParaRPr lang="es-PE"/>
        </a:p>
      </dgm:t>
    </dgm:pt>
    <dgm:pt modelId="{3F174C1C-76E1-4D05-8AE2-20EE66EEF9F0}">
      <dgm:prSet/>
      <dgm:spPr/>
      <dgm:t>
        <a:bodyPr/>
        <a:lstStyle/>
        <a:p>
          <a:r>
            <a:rPr lang="es-PE" b="1" i="0"/>
            <a:t>Funcional</a:t>
          </a:r>
          <a:endParaRPr lang="es-PE"/>
        </a:p>
      </dgm:t>
    </dgm:pt>
    <dgm:pt modelId="{6AFA9D69-ECD2-42AD-9E8D-C0C9BD4F9CEF}" type="parTrans" cxnId="{2193D268-E728-47B5-AD65-EB60825F07DC}">
      <dgm:prSet/>
      <dgm:spPr/>
      <dgm:t>
        <a:bodyPr/>
        <a:lstStyle/>
        <a:p>
          <a:endParaRPr lang="es-PE"/>
        </a:p>
      </dgm:t>
    </dgm:pt>
    <dgm:pt modelId="{4FE8BDF0-443E-42E6-8387-17A57F8EABC4}" type="sibTrans" cxnId="{2193D268-E728-47B5-AD65-EB60825F07DC}">
      <dgm:prSet/>
      <dgm:spPr/>
      <dgm:t>
        <a:bodyPr/>
        <a:lstStyle/>
        <a:p>
          <a:endParaRPr lang="es-PE"/>
        </a:p>
      </dgm:t>
    </dgm:pt>
    <dgm:pt modelId="{9F697031-6830-44E1-9320-71E927345564}">
      <dgm:prSet/>
      <dgm:spPr/>
      <dgm:t>
        <a:bodyPr/>
        <a:lstStyle/>
        <a:p>
          <a:r>
            <a:rPr lang="es-ES" b="0" i="0"/>
            <a:t>Muestra qué hace el sistema desde la perspectiva del usuario. Representa funcionalidades y casos de uso sin entrar en detalles de implementación.</a:t>
          </a:r>
          <a:endParaRPr lang="es-PE"/>
        </a:p>
      </dgm:t>
    </dgm:pt>
    <dgm:pt modelId="{EE296806-EC91-473B-9194-E86F67D06AE7}" type="parTrans" cxnId="{037D371E-8A5F-4E18-BB13-E5BF0D64BCB4}">
      <dgm:prSet/>
      <dgm:spPr/>
      <dgm:t>
        <a:bodyPr/>
        <a:lstStyle/>
        <a:p>
          <a:endParaRPr lang="es-PE"/>
        </a:p>
      </dgm:t>
    </dgm:pt>
    <dgm:pt modelId="{EDB16ABF-B785-4BE0-A625-0681AC2CBE63}" type="sibTrans" cxnId="{037D371E-8A5F-4E18-BB13-E5BF0D64BCB4}">
      <dgm:prSet/>
      <dgm:spPr/>
      <dgm:t>
        <a:bodyPr/>
        <a:lstStyle/>
        <a:p>
          <a:endParaRPr lang="es-PE"/>
        </a:p>
      </dgm:t>
    </dgm:pt>
    <dgm:pt modelId="{831F24D5-DFD0-42A4-B94A-28C05C76C7F9}">
      <dgm:prSet/>
      <dgm:spPr/>
      <dgm:t>
        <a:bodyPr/>
        <a:lstStyle/>
        <a:p>
          <a:r>
            <a:rPr lang="es-PE" b="1" i="0"/>
            <a:t>Arquitectónico</a:t>
          </a:r>
          <a:endParaRPr lang="es-PE"/>
        </a:p>
      </dgm:t>
    </dgm:pt>
    <dgm:pt modelId="{40969EE6-2278-44A6-AD10-F1E8394D8B62}" type="parTrans" cxnId="{389E36EE-61E5-4F57-9B4A-8102C628CFEF}">
      <dgm:prSet/>
      <dgm:spPr/>
      <dgm:t>
        <a:bodyPr/>
        <a:lstStyle/>
        <a:p>
          <a:endParaRPr lang="es-PE"/>
        </a:p>
      </dgm:t>
    </dgm:pt>
    <dgm:pt modelId="{E9EEE141-9CE4-4F79-B241-16D2FB04E1FE}" type="sibTrans" cxnId="{389E36EE-61E5-4F57-9B4A-8102C628CFEF}">
      <dgm:prSet/>
      <dgm:spPr/>
      <dgm:t>
        <a:bodyPr/>
        <a:lstStyle/>
        <a:p>
          <a:endParaRPr lang="es-PE"/>
        </a:p>
      </dgm:t>
    </dgm:pt>
    <dgm:pt modelId="{4D57EE30-58B3-4350-B6DA-32F2C446FD80}">
      <dgm:prSet/>
      <dgm:spPr/>
      <dgm:t>
        <a:bodyPr/>
        <a:lstStyle/>
        <a:p>
          <a:r>
            <a:rPr lang="es-ES" b="0" i="0"/>
            <a:t>Describe cómo se organiza el sistema en hardware y software. Incluye diagramas de componentes y despliegue que muestran la infraestructura física.</a:t>
          </a:r>
          <a:endParaRPr lang="es-PE"/>
        </a:p>
      </dgm:t>
    </dgm:pt>
    <dgm:pt modelId="{01E23CE8-C1FB-4023-A542-01A00FEC8DB1}" type="parTrans" cxnId="{748A8831-413E-421E-B534-631A3DCECD5D}">
      <dgm:prSet/>
      <dgm:spPr/>
      <dgm:t>
        <a:bodyPr/>
        <a:lstStyle/>
        <a:p>
          <a:endParaRPr lang="es-PE"/>
        </a:p>
      </dgm:t>
    </dgm:pt>
    <dgm:pt modelId="{50BA9861-69EB-4FAE-AE71-2F17160CDFCE}" type="sibTrans" cxnId="{748A8831-413E-421E-B534-631A3DCECD5D}">
      <dgm:prSet/>
      <dgm:spPr/>
      <dgm:t>
        <a:bodyPr/>
        <a:lstStyle/>
        <a:p>
          <a:endParaRPr lang="es-PE"/>
        </a:p>
      </dgm:t>
    </dgm:pt>
    <dgm:pt modelId="{5674118F-37EE-4AD1-BC1C-FE70D17EA609}" type="pres">
      <dgm:prSet presAssocID="{0526E88A-CD55-481B-B6F5-82DA8ABF053B}" presName="vert0" presStyleCnt="0">
        <dgm:presLayoutVars>
          <dgm:dir/>
          <dgm:animOne val="branch"/>
          <dgm:animLvl val="lvl"/>
        </dgm:presLayoutVars>
      </dgm:prSet>
      <dgm:spPr/>
    </dgm:pt>
    <dgm:pt modelId="{73D86960-232D-475C-826A-FDF6110E48AE}" type="pres">
      <dgm:prSet presAssocID="{192F064D-E669-409D-A4C3-6C44185B4C43}" presName="thickLine" presStyleLbl="alignNode1" presStyleIdx="0" presStyleCnt="4"/>
      <dgm:spPr/>
    </dgm:pt>
    <dgm:pt modelId="{1ACA81FD-78D8-4F3E-AFCA-EE9F1436B00F}" type="pres">
      <dgm:prSet presAssocID="{192F064D-E669-409D-A4C3-6C44185B4C43}" presName="horz1" presStyleCnt="0"/>
      <dgm:spPr/>
    </dgm:pt>
    <dgm:pt modelId="{692579C3-20D2-41EE-9763-918BE6221865}" type="pres">
      <dgm:prSet presAssocID="{192F064D-E669-409D-A4C3-6C44185B4C43}" presName="tx1" presStyleLbl="revTx" presStyleIdx="0" presStyleCnt="8"/>
      <dgm:spPr/>
    </dgm:pt>
    <dgm:pt modelId="{6887A76C-0EF4-4227-8A95-823EED8DB2C9}" type="pres">
      <dgm:prSet presAssocID="{192F064D-E669-409D-A4C3-6C44185B4C43}" presName="vert1" presStyleCnt="0"/>
      <dgm:spPr/>
    </dgm:pt>
    <dgm:pt modelId="{E38086F8-2D8A-4D83-B619-AEBD56F6BB52}" type="pres">
      <dgm:prSet presAssocID="{441E64B7-3FE0-4BB1-A7B3-AA21F19D336D}" presName="vertSpace2a" presStyleCnt="0"/>
      <dgm:spPr/>
    </dgm:pt>
    <dgm:pt modelId="{748D519A-854A-4573-8C8B-74D4DCB84B19}" type="pres">
      <dgm:prSet presAssocID="{441E64B7-3FE0-4BB1-A7B3-AA21F19D336D}" presName="horz2" presStyleCnt="0"/>
      <dgm:spPr/>
    </dgm:pt>
    <dgm:pt modelId="{9797EFB8-C576-4B95-9B58-DDCB77D5F22C}" type="pres">
      <dgm:prSet presAssocID="{441E64B7-3FE0-4BB1-A7B3-AA21F19D336D}" presName="horzSpace2" presStyleCnt="0"/>
      <dgm:spPr/>
    </dgm:pt>
    <dgm:pt modelId="{0DE72572-A915-40A5-A09B-2F89ECB9363A}" type="pres">
      <dgm:prSet presAssocID="{441E64B7-3FE0-4BB1-A7B3-AA21F19D336D}" presName="tx2" presStyleLbl="revTx" presStyleIdx="1" presStyleCnt="8"/>
      <dgm:spPr/>
    </dgm:pt>
    <dgm:pt modelId="{29678E2B-2861-47C6-A5C4-D63573E2155F}" type="pres">
      <dgm:prSet presAssocID="{441E64B7-3FE0-4BB1-A7B3-AA21F19D336D}" presName="vert2" presStyleCnt="0"/>
      <dgm:spPr/>
    </dgm:pt>
    <dgm:pt modelId="{B3437B65-CA67-4AC5-8921-B241D6BE7863}" type="pres">
      <dgm:prSet presAssocID="{441E64B7-3FE0-4BB1-A7B3-AA21F19D336D}" presName="thinLine2b" presStyleLbl="callout" presStyleIdx="0" presStyleCnt="4"/>
      <dgm:spPr/>
    </dgm:pt>
    <dgm:pt modelId="{E878CAE2-3B77-45BD-B65D-5D2FEE96D7A2}" type="pres">
      <dgm:prSet presAssocID="{441E64B7-3FE0-4BB1-A7B3-AA21F19D336D}" presName="vertSpace2b" presStyleCnt="0"/>
      <dgm:spPr/>
    </dgm:pt>
    <dgm:pt modelId="{B9477D06-AEB1-4188-8F6D-09029FA1A94C}" type="pres">
      <dgm:prSet presAssocID="{1AFA8F56-6B51-4BC2-B798-04D6933E3DE7}" presName="thickLine" presStyleLbl="alignNode1" presStyleIdx="1" presStyleCnt="4"/>
      <dgm:spPr/>
    </dgm:pt>
    <dgm:pt modelId="{AA699175-2CB9-4636-9B63-83F00FABE419}" type="pres">
      <dgm:prSet presAssocID="{1AFA8F56-6B51-4BC2-B798-04D6933E3DE7}" presName="horz1" presStyleCnt="0"/>
      <dgm:spPr/>
    </dgm:pt>
    <dgm:pt modelId="{D4C14EAB-6771-480F-B07E-64475F57EFEA}" type="pres">
      <dgm:prSet presAssocID="{1AFA8F56-6B51-4BC2-B798-04D6933E3DE7}" presName="tx1" presStyleLbl="revTx" presStyleIdx="2" presStyleCnt="8"/>
      <dgm:spPr/>
    </dgm:pt>
    <dgm:pt modelId="{02729D52-F56F-42E2-BE59-91C4AB578E53}" type="pres">
      <dgm:prSet presAssocID="{1AFA8F56-6B51-4BC2-B798-04D6933E3DE7}" presName="vert1" presStyleCnt="0"/>
      <dgm:spPr/>
    </dgm:pt>
    <dgm:pt modelId="{2EBB493B-E389-42C0-8033-3FB2CFD97A94}" type="pres">
      <dgm:prSet presAssocID="{263A63ED-D858-4796-89AA-29997FFEAFC3}" presName="vertSpace2a" presStyleCnt="0"/>
      <dgm:spPr/>
    </dgm:pt>
    <dgm:pt modelId="{890ECD68-6515-4678-AAF0-16798E38A560}" type="pres">
      <dgm:prSet presAssocID="{263A63ED-D858-4796-89AA-29997FFEAFC3}" presName="horz2" presStyleCnt="0"/>
      <dgm:spPr/>
    </dgm:pt>
    <dgm:pt modelId="{E6ECBDBC-C397-41E0-92FF-2CAB157EB2BF}" type="pres">
      <dgm:prSet presAssocID="{263A63ED-D858-4796-89AA-29997FFEAFC3}" presName="horzSpace2" presStyleCnt="0"/>
      <dgm:spPr/>
    </dgm:pt>
    <dgm:pt modelId="{D8FEB6A5-6450-41C8-B56F-009C2ABF1CAF}" type="pres">
      <dgm:prSet presAssocID="{263A63ED-D858-4796-89AA-29997FFEAFC3}" presName="tx2" presStyleLbl="revTx" presStyleIdx="3" presStyleCnt="8"/>
      <dgm:spPr/>
    </dgm:pt>
    <dgm:pt modelId="{2C653C57-2F57-4A7B-BE1C-47994E567DDC}" type="pres">
      <dgm:prSet presAssocID="{263A63ED-D858-4796-89AA-29997FFEAFC3}" presName="vert2" presStyleCnt="0"/>
      <dgm:spPr/>
    </dgm:pt>
    <dgm:pt modelId="{E084D832-7AB7-4D1D-B0A2-DF2A60436FE2}" type="pres">
      <dgm:prSet presAssocID="{263A63ED-D858-4796-89AA-29997FFEAFC3}" presName="thinLine2b" presStyleLbl="callout" presStyleIdx="1" presStyleCnt="4"/>
      <dgm:spPr/>
    </dgm:pt>
    <dgm:pt modelId="{411D2359-73A4-4F4E-A6F8-D29D7FB681C4}" type="pres">
      <dgm:prSet presAssocID="{263A63ED-D858-4796-89AA-29997FFEAFC3}" presName="vertSpace2b" presStyleCnt="0"/>
      <dgm:spPr/>
    </dgm:pt>
    <dgm:pt modelId="{E75AF049-346A-4C3F-A2D6-534DBF48A43B}" type="pres">
      <dgm:prSet presAssocID="{3F174C1C-76E1-4D05-8AE2-20EE66EEF9F0}" presName="thickLine" presStyleLbl="alignNode1" presStyleIdx="2" presStyleCnt="4"/>
      <dgm:spPr/>
    </dgm:pt>
    <dgm:pt modelId="{2C0F1478-8D17-4DB8-BB49-84E28D7AD4C2}" type="pres">
      <dgm:prSet presAssocID="{3F174C1C-76E1-4D05-8AE2-20EE66EEF9F0}" presName="horz1" presStyleCnt="0"/>
      <dgm:spPr/>
    </dgm:pt>
    <dgm:pt modelId="{F6194017-7424-4D4C-8A75-BD0AE4DAD619}" type="pres">
      <dgm:prSet presAssocID="{3F174C1C-76E1-4D05-8AE2-20EE66EEF9F0}" presName="tx1" presStyleLbl="revTx" presStyleIdx="4" presStyleCnt="8"/>
      <dgm:spPr/>
    </dgm:pt>
    <dgm:pt modelId="{0AB3F423-9C66-46AE-9DD2-B956C43AE129}" type="pres">
      <dgm:prSet presAssocID="{3F174C1C-76E1-4D05-8AE2-20EE66EEF9F0}" presName="vert1" presStyleCnt="0"/>
      <dgm:spPr/>
    </dgm:pt>
    <dgm:pt modelId="{9359F019-070C-40C7-9750-A9A72B3D87A2}" type="pres">
      <dgm:prSet presAssocID="{9F697031-6830-44E1-9320-71E927345564}" presName="vertSpace2a" presStyleCnt="0"/>
      <dgm:spPr/>
    </dgm:pt>
    <dgm:pt modelId="{6D969B09-6C91-4311-AB46-5EE576A5D5A1}" type="pres">
      <dgm:prSet presAssocID="{9F697031-6830-44E1-9320-71E927345564}" presName="horz2" presStyleCnt="0"/>
      <dgm:spPr/>
    </dgm:pt>
    <dgm:pt modelId="{8091B5AA-B983-413F-968D-76667FF432CE}" type="pres">
      <dgm:prSet presAssocID="{9F697031-6830-44E1-9320-71E927345564}" presName="horzSpace2" presStyleCnt="0"/>
      <dgm:spPr/>
    </dgm:pt>
    <dgm:pt modelId="{BCFDE6B3-E458-4F14-9C62-B1AF8E3A4FC3}" type="pres">
      <dgm:prSet presAssocID="{9F697031-6830-44E1-9320-71E927345564}" presName="tx2" presStyleLbl="revTx" presStyleIdx="5" presStyleCnt="8"/>
      <dgm:spPr/>
    </dgm:pt>
    <dgm:pt modelId="{38E62387-D350-426B-8FA7-66692F45AA0C}" type="pres">
      <dgm:prSet presAssocID="{9F697031-6830-44E1-9320-71E927345564}" presName="vert2" presStyleCnt="0"/>
      <dgm:spPr/>
    </dgm:pt>
    <dgm:pt modelId="{A47E9091-14F8-46AF-BBEE-771FCFD9BD25}" type="pres">
      <dgm:prSet presAssocID="{9F697031-6830-44E1-9320-71E927345564}" presName="thinLine2b" presStyleLbl="callout" presStyleIdx="2" presStyleCnt="4"/>
      <dgm:spPr/>
    </dgm:pt>
    <dgm:pt modelId="{14BDEB3D-635F-458D-8DBF-931616DB0E4E}" type="pres">
      <dgm:prSet presAssocID="{9F697031-6830-44E1-9320-71E927345564}" presName="vertSpace2b" presStyleCnt="0"/>
      <dgm:spPr/>
    </dgm:pt>
    <dgm:pt modelId="{0461713B-1729-470C-A559-F5C7096FA6F4}" type="pres">
      <dgm:prSet presAssocID="{831F24D5-DFD0-42A4-B94A-28C05C76C7F9}" presName="thickLine" presStyleLbl="alignNode1" presStyleIdx="3" presStyleCnt="4"/>
      <dgm:spPr/>
    </dgm:pt>
    <dgm:pt modelId="{A462A8F0-570D-427C-94FC-8BD62A736FF0}" type="pres">
      <dgm:prSet presAssocID="{831F24D5-DFD0-42A4-B94A-28C05C76C7F9}" presName="horz1" presStyleCnt="0"/>
      <dgm:spPr/>
    </dgm:pt>
    <dgm:pt modelId="{227669BC-4785-4317-B1B2-80B9302EDD53}" type="pres">
      <dgm:prSet presAssocID="{831F24D5-DFD0-42A4-B94A-28C05C76C7F9}" presName="tx1" presStyleLbl="revTx" presStyleIdx="6" presStyleCnt="8"/>
      <dgm:spPr/>
    </dgm:pt>
    <dgm:pt modelId="{56AEEE38-5640-447D-87FB-88B2005B9201}" type="pres">
      <dgm:prSet presAssocID="{831F24D5-DFD0-42A4-B94A-28C05C76C7F9}" presName="vert1" presStyleCnt="0"/>
      <dgm:spPr/>
    </dgm:pt>
    <dgm:pt modelId="{60F46C62-E428-4A88-B170-7CB490A8B5AB}" type="pres">
      <dgm:prSet presAssocID="{4D57EE30-58B3-4350-B6DA-32F2C446FD80}" presName="vertSpace2a" presStyleCnt="0"/>
      <dgm:spPr/>
    </dgm:pt>
    <dgm:pt modelId="{7FF5C145-3566-4289-83F7-5C5C7CDC6D4F}" type="pres">
      <dgm:prSet presAssocID="{4D57EE30-58B3-4350-B6DA-32F2C446FD80}" presName="horz2" presStyleCnt="0"/>
      <dgm:spPr/>
    </dgm:pt>
    <dgm:pt modelId="{D568F399-6FE9-49E7-B22E-3AE841EE71A0}" type="pres">
      <dgm:prSet presAssocID="{4D57EE30-58B3-4350-B6DA-32F2C446FD80}" presName="horzSpace2" presStyleCnt="0"/>
      <dgm:spPr/>
    </dgm:pt>
    <dgm:pt modelId="{C0C2943C-D324-4B90-8438-6DA87802B674}" type="pres">
      <dgm:prSet presAssocID="{4D57EE30-58B3-4350-B6DA-32F2C446FD80}" presName="tx2" presStyleLbl="revTx" presStyleIdx="7" presStyleCnt="8"/>
      <dgm:spPr/>
    </dgm:pt>
    <dgm:pt modelId="{77B5E0F1-E636-4012-9DCC-DD3CFF519655}" type="pres">
      <dgm:prSet presAssocID="{4D57EE30-58B3-4350-B6DA-32F2C446FD80}" presName="vert2" presStyleCnt="0"/>
      <dgm:spPr/>
    </dgm:pt>
    <dgm:pt modelId="{453F7F37-9AEF-442F-B8E9-4E6D09242EE0}" type="pres">
      <dgm:prSet presAssocID="{4D57EE30-58B3-4350-B6DA-32F2C446FD80}" presName="thinLine2b" presStyleLbl="callout" presStyleIdx="3" presStyleCnt="4"/>
      <dgm:spPr/>
    </dgm:pt>
    <dgm:pt modelId="{F45B9421-FB2D-4338-A9C6-90A7443F7B73}" type="pres">
      <dgm:prSet presAssocID="{4D57EE30-58B3-4350-B6DA-32F2C446FD80}" presName="vertSpace2b" presStyleCnt="0"/>
      <dgm:spPr/>
    </dgm:pt>
  </dgm:ptLst>
  <dgm:cxnLst>
    <dgm:cxn modelId="{7D8A4307-2FB6-4FE7-9A5C-D00A5EEDC3C6}" type="presOf" srcId="{9F697031-6830-44E1-9320-71E927345564}" destId="{BCFDE6B3-E458-4F14-9C62-B1AF8E3A4FC3}" srcOrd="0" destOrd="0" presId="urn:microsoft.com/office/officeart/2008/layout/LinedList"/>
    <dgm:cxn modelId="{BD01ED09-B5C1-438F-990A-0D83649E2EA5}" type="presOf" srcId="{263A63ED-D858-4796-89AA-29997FFEAFC3}" destId="{D8FEB6A5-6450-41C8-B56F-009C2ABF1CAF}" srcOrd="0" destOrd="0" presId="urn:microsoft.com/office/officeart/2008/layout/LinedList"/>
    <dgm:cxn modelId="{037D371E-8A5F-4E18-BB13-E5BF0D64BCB4}" srcId="{3F174C1C-76E1-4D05-8AE2-20EE66EEF9F0}" destId="{9F697031-6830-44E1-9320-71E927345564}" srcOrd="0" destOrd="0" parTransId="{EE296806-EC91-473B-9194-E86F67D06AE7}" sibTransId="{EDB16ABF-B785-4BE0-A625-0681AC2CBE63}"/>
    <dgm:cxn modelId="{FBE6531F-22CD-4471-AE62-312E7A91DD11}" srcId="{1AFA8F56-6B51-4BC2-B798-04D6933E3DE7}" destId="{263A63ED-D858-4796-89AA-29997FFEAFC3}" srcOrd="0" destOrd="0" parTransId="{58A53D30-B845-42D9-BB7A-5B9222FA71F5}" sibTransId="{A8FED8E1-B815-46CE-9ECF-B0DC65F9AD86}"/>
    <dgm:cxn modelId="{85AFB427-6F23-47CE-A23B-0AA67CBB9847}" type="presOf" srcId="{441E64B7-3FE0-4BB1-A7B3-AA21F19D336D}" destId="{0DE72572-A915-40A5-A09B-2F89ECB9363A}" srcOrd="0" destOrd="0" presId="urn:microsoft.com/office/officeart/2008/layout/LinedList"/>
    <dgm:cxn modelId="{F6EE1E31-0BF5-4C8B-A3AA-7A894737D097}" type="presOf" srcId="{3F174C1C-76E1-4D05-8AE2-20EE66EEF9F0}" destId="{F6194017-7424-4D4C-8A75-BD0AE4DAD619}" srcOrd="0" destOrd="0" presId="urn:microsoft.com/office/officeart/2008/layout/LinedList"/>
    <dgm:cxn modelId="{748A8831-413E-421E-B534-631A3DCECD5D}" srcId="{831F24D5-DFD0-42A4-B94A-28C05C76C7F9}" destId="{4D57EE30-58B3-4350-B6DA-32F2C446FD80}" srcOrd="0" destOrd="0" parTransId="{01E23CE8-C1FB-4023-A542-01A00FEC8DB1}" sibTransId="{50BA9861-69EB-4FAE-AE71-2F17160CDFCE}"/>
    <dgm:cxn modelId="{9C709839-BCA7-40BC-8B0F-B35E884AB604}" srcId="{0526E88A-CD55-481B-B6F5-82DA8ABF053B}" destId="{192F064D-E669-409D-A4C3-6C44185B4C43}" srcOrd="0" destOrd="0" parTransId="{0F66448D-95D8-4F27-B9C5-230C69E3C4B6}" sibTransId="{378C4164-98F3-4829-BBAF-6CF39C42EB46}"/>
    <dgm:cxn modelId="{2193D268-E728-47B5-AD65-EB60825F07DC}" srcId="{0526E88A-CD55-481B-B6F5-82DA8ABF053B}" destId="{3F174C1C-76E1-4D05-8AE2-20EE66EEF9F0}" srcOrd="2" destOrd="0" parTransId="{6AFA9D69-ECD2-42AD-9E8D-C0C9BD4F9CEF}" sibTransId="{4FE8BDF0-443E-42E6-8387-17A57F8EABC4}"/>
    <dgm:cxn modelId="{12D3D34D-4AA7-4828-873B-3A9015FEBCF1}" type="presOf" srcId="{192F064D-E669-409D-A4C3-6C44185B4C43}" destId="{692579C3-20D2-41EE-9763-918BE6221865}" srcOrd="0" destOrd="0" presId="urn:microsoft.com/office/officeart/2008/layout/LinedList"/>
    <dgm:cxn modelId="{FF4BDC76-C8BD-4AD8-BB53-76848F7DDA02}" srcId="{192F064D-E669-409D-A4C3-6C44185B4C43}" destId="{441E64B7-3FE0-4BB1-A7B3-AA21F19D336D}" srcOrd="0" destOrd="0" parTransId="{0360C2CD-641F-4BC1-93AA-1ED616234635}" sibTransId="{EF9EEFC2-9825-4B6C-ABB1-311A332480C8}"/>
    <dgm:cxn modelId="{4FD95E5A-9DEC-4132-9F51-BFFDB3196619}" type="presOf" srcId="{1AFA8F56-6B51-4BC2-B798-04D6933E3DE7}" destId="{D4C14EAB-6771-480F-B07E-64475F57EFEA}" srcOrd="0" destOrd="0" presId="urn:microsoft.com/office/officeart/2008/layout/LinedList"/>
    <dgm:cxn modelId="{F7A810B4-5FC2-476C-90F8-47FA117CAF7D}" type="presOf" srcId="{4D57EE30-58B3-4350-B6DA-32F2C446FD80}" destId="{C0C2943C-D324-4B90-8438-6DA87802B674}" srcOrd="0" destOrd="0" presId="urn:microsoft.com/office/officeart/2008/layout/LinedList"/>
    <dgm:cxn modelId="{552AAFD2-00A9-41D2-81D8-174F3352B3D1}" type="presOf" srcId="{0526E88A-CD55-481B-B6F5-82DA8ABF053B}" destId="{5674118F-37EE-4AD1-BC1C-FE70D17EA609}" srcOrd="0" destOrd="0" presId="urn:microsoft.com/office/officeart/2008/layout/LinedList"/>
    <dgm:cxn modelId="{6C8D56E5-0271-45FC-8CE9-5CF1E631F96D}" type="presOf" srcId="{831F24D5-DFD0-42A4-B94A-28C05C76C7F9}" destId="{227669BC-4785-4317-B1B2-80B9302EDD53}" srcOrd="0" destOrd="0" presId="urn:microsoft.com/office/officeart/2008/layout/LinedList"/>
    <dgm:cxn modelId="{389E36EE-61E5-4F57-9B4A-8102C628CFEF}" srcId="{0526E88A-CD55-481B-B6F5-82DA8ABF053B}" destId="{831F24D5-DFD0-42A4-B94A-28C05C76C7F9}" srcOrd="3" destOrd="0" parTransId="{40969EE6-2278-44A6-AD10-F1E8394D8B62}" sibTransId="{E9EEE141-9CE4-4F79-B241-16D2FB04E1FE}"/>
    <dgm:cxn modelId="{20186CFE-04D0-4C3C-AED7-5F6DCF303D38}" srcId="{0526E88A-CD55-481B-B6F5-82DA8ABF053B}" destId="{1AFA8F56-6B51-4BC2-B798-04D6933E3DE7}" srcOrd="1" destOrd="0" parTransId="{7C6A1A40-EA6D-4EEB-8E1F-8EA1692AA5B2}" sibTransId="{C025A055-3217-41A9-B903-4A612F4E8C10}"/>
    <dgm:cxn modelId="{59B6401C-1480-4403-A586-1FD9B40FD5A6}" type="presParOf" srcId="{5674118F-37EE-4AD1-BC1C-FE70D17EA609}" destId="{73D86960-232D-475C-826A-FDF6110E48AE}" srcOrd="0" destOrd="0" presId="urn:microsoft.com/office/officeart/2008/layout/LinedList"/>
    <dgm:cxn modelId="{7ED58EB4-38BC-4B72-9558-DFD9C5F9E0FD}" type="presParOf" srcId="{5674118F-37EE-4AD1-BC1C-FE70D17EA609}" destId="{1ACA81FD-78D8-4F3E-AFCA-EE9F1436B00F}" srcOrd="1" destOrd="0" presId="urn:microsoft.com/office/officeart/2008/layout/LinedList"/>
    <dgm:cxn modelId="{56207D3D-DF99-474B-BABA-AEAC2769BDF4}" type="presParOf" srcId="{1ACA81FD-78D8-4F3E-AFCA-EE9F1436B00F}" destId="{692579C3-20D2-41EE-9763-918BE6221865}" srcOrd="0" destOrd="0" presId="urn:microsoft.com/office/officeart/2008/layout/LinedList"/>
    <dgm:cxn modelId="{9A4594D3-9AA0-458E-A627-A86B12406469}" type="presParOf" srcId="{1ACA81FD-78D8-4F3E-AFCA-EE9F1436B00F}" destId="{6887A76C-0EF4-4227-8A95-823EED8DB2C9}" srcOrd="1" destOrd="0" presId="urn:microsoft.com/office/officeart/2008/layout/LinedList"/>
    <dgm:cxn modelId="{13AEBC28-2FC1-4D17-AC71-ADB0C256189F}" type="presParOf" srcId="{6887A76C-0EF4-4227-8A95-823EED8DB2C9}" destId="{E38086F8-2D8A-4D83-B619-AEBD56F6BB52}" srcOrd="0" destOrd="0" presId="urn:microsoft.com/office/officeart/2008/layout/LinedList"/>
    <dgm:cxn modelId="{87D06428-C3EE-43C9-A93B-36F3CA7C0A91}" type="presParOf" srcId="{6887A76C-0EF4-4227-8A95-823EED8DB2C9}" destId="{748D519A-854A-4573-8C8B-74D4DCB84B19}" srcOrd="1" destOrd="0" presId="urn:microsoft.com/office/officeart/2008/layout/LinedList"/>
    <dgm:cxn modelId="{2A68B79E-7477-4D04-8D86-5638B2B3B759}" type="presParOf" srcId="{748D519A-854A-4573-8C8B-74D4DCB84B19}" destId="{9797EFB8-C576-4B95-9B58-DDCB77D5F22C}" srcOrd="0" destOrd="0" presId="urn:microsoft.com/office/officeart/2008/layout/LinedList"/>
    <dgm:cxn modelId="{258D65BE-4B42-4AEA-BDAB-27011EDE4995}" type="presParOf" srcId="{748D519A-854A-4573-8C8B-74D4DCB84B19}" destId="{0DE72572-A915-40A5-A09B-2F89ECB9363A}" srcOrd="1" destOrd="0" presId="urn:microsoft.com/office/officeart/2008/layout/LinedList"/>
    <dgm:cxn modelId="{B7B5D1D6-DE99-4386-8F8D-CA72BAC8B843}" type="presParOf" srcId="{748D519A-854A-4573-8C8B-74D4DCB84B19}" destId="{29678E2B-2861-47C6-A5C4-D63573E2155F}" srcOrd="2" destOrd="0" presId="urn:microsoft.com/office/officeart/2008/layout/LinedList"/>
    <dgm:cxn modelId="{58700485-2F59-47D1-B4C5-8F7874EE5703}" type="presParOf" srcId="{6887A76C-0EF4-4227-8A95-823EED8DB2C9}" destId="{B3437B65-CA67-4AC5-8921-B241D6BE7863}" srcOrd="2" destOrd="0" presId="urn:microsoft.com/office/officeart/2008/layout/LinedList"/>
    <dgm:cxn modelId="{19D8AC57-3E58-4FDF-B3C4-1E670CF2BD63}" type="presParOf" srcId="{6887A76C-0EF4-4227-8A95-823EED8DB2C9}" destId="{E878CAE2-3B77-45BD-B65D-5D2FEE96D7A2}" srcOrd="3" destOrd="0" presId="urn:microsoft.com/office/officeart/2008/layout/LinedList"/>
    <dgm:cxn modelId="{3D96B1A6-ECFF-4951-898F-F8D8DEC5ECC3}" type="presParOf" srcId="{5674118F-37EE-4AD1-BC1C-FE70D17EA609}" destId="{B9477D06-AEB1-4188-8F6D-09029FA1A94C}" srcOrd="2" destOrd="0" presId="urn:microsoft.com/office/officeart/2008/layout/LinedList"/>
    <dgm:cxn modelId="{E700D9F5-A82C-4FF9-A6B1-D368EC51FB24}" type="presParOf" srcId="{5674118F-37EE-4AD1-BC1C-FE70D17EA609}" destId="{AA699175-2CB9-4636-9B63-83F00FABE419}" srcOrd="3" destOrd="0" presId="urn:microsoft.com/office/officeart/2008/layout/LinedList"/>
    <dgm:cxn modelId="{52A5B940-31F8-439D-AFAE-528B72F14973}" type="presParOf" srcId="{AA699175-2CB9-4636-9B63-83F00FABE419}" destId="{D4C14EAB-6771-480F-B07E-64475F57EFEA}" srcOrd="0" destOrd="0" presId="urn:microsoft.com/office/officeart/2008/layout/LinedList"/>
    <dgm:cxn modelId="{9F11FA7A-3862-4C96-BAD7-E17E53DC96D0}" type="presParOf" srcId="{AA699175-2CB9-4636-9B63-83F00FABE419}" destId="{02729D52-F56F-42E2-BE59-91C4AB578E53}" srcOrd="1" destOrd="0" presId="urn:microsoft.com/office/officeart/2008/layout/LinedList"/>
    <dgm:cxn modelId="{0B965D26-6E2C-4D13-8708-BF05124583B2}" type="presParOf" srcId="{02729D52-F56F-42E2-BE59-91C4AB578E53}" destId="{2EBB493B-E389-42C0-8033-3FB2CFD97A94}" srcOrd="0" destOrd="0" presId="urn:microsoft.com/office/officeart/2008/layout/LinedList"/>
    <dgm:cxn modelId="{02364938-4C21-4760-9E17-5F2714B6CA31}" type="presParOf" srcId="{02729D52-F56F-42E2-BE59-91C4AB578E53}" destId="{890ECD68-6515-4678-AAF0-16798E38A560}" srcOrd="1" destOrd="0" presId="urn:microsoft.com/office/officeart/2008/layout/LinedList"/>
    <dgm:cxn modelId="{27B6BCB5-1C80-4909-B662-262499091EA2}" type="presParOf" srcId="{890ECD68-6515-4678-AAF0-16798E38A560}" destId="{E6ECBDBC-C397-41E0-92FF-2CAB157EB2BF}" srcOrd="0" destOrd="0" presId="urn:microsoft.com/office/officeart/2008/layout/LinedList"/>
    <dgm:cxn modelId="{0D201248-530F-4164-8590-70F367273358}" type="presParOf" srcId="{890ECD68-6515-4678-AAF0-16798E38A560}" destId="{D8FEB6A5-6450-41C8-B56F-009C2ABF1CAF}" srcOrd="1" destOrd="0" presId="urn:microsoft.com/office/officeart/2008/layout/LinedList"/>
    <dgm:cxn modelId="{808B9DC5-A6B7-4DC0-BE3D-94CBB51C1C29}" type="presParOf" srcId="{890ECD68-6515-4678-AAF0-16798E38A560}" destId="{2C653C57-2F57-4A7B-BE1C-47994E567DDC}" srcOrd="2" destOrd="0" presId="urn:microsoft.com/office/officeart/2008/layout/LinedList"/>
    <dgm:cxn modelId="{62D25E51-2C12-4214-B4E6-DE28DD73E159}" type="presParOf" srcId="{02729D52-F56F-42E2-BE59-91C4AB578E53}" destId="{E084D832-7AB7-4D1D-B0A2-DF2A60436FE2}" srcOrd="2" destOrd="0" presId="urn:microsoft.com/office/officeart/2008/layout/LinedList"/>
    <dgm:cxn modelId="{EF953FF2-6DD2-4427-BF78-C406B551B96E}" type="presParOf" srcId="{02729D52-F56F-42E2-BE59-91C4AB578E53}" destId="{411D2359-73A4-4F4E-A6F8-D29D7FB681C4}" srcOrd="3" destOrd="0" presId="urn:microsoft.com/office/officeart/2008/layout/LinedList"/>
    <dgm:cxn modelId="{98B72D29-50EA-4E95-AC5F-671F733FA1A0}" type="presParOf" srcId="{5674118F-37EE-4AD1-BC1C-FE70D17EA609}" destId="{E75AF049-346A-4C3F-A2D6-534DBF48A43B}" srcOrd="4" destOrd="0" presId="urn:microsoft.com/office/officeart/2008/layout/LinedList"/>
    <dgm:cxn modelId="{D7596C6A-7080-4142-ABDE-7C77B15023E5}" type="presParOf" srcId="{5674118F-37EE-4AD1-BC1C-FE70D17EA609}" destId="{2C0F1478-8D17-4DB8-BB49-84E28D7AD4C2}" srcOrd="5" destOrd="0" presId="urn:microsoft.com/office/officeart/2008/layout/LinedList"/>
    <dgm:cxn modelId="{16006411-C4D8-4998-B085-62A71FFB78E0}" type="presParOf" srcId="{2C0F1478-8D17-4DB8-BB49-84E28D7AD4C2}" destId="{F6194017-7424-4D4C-8A75-BD0AE4DAD619}" srcOrd="0" destOrd="0" presId="urn:microsoft.com/office/officeart/2008/layout/LinedList"/>
    <dgm:cxn modelId="{360D7228-3633-4FF3-A502-BDE330F4AFB1}" type="presParOf" srcId="{2C0F1478-8D17-4DB8-BB49-84E28D7AD4C2}" destId="{0AB3F423-9C66-46AE-9DD2-B956C43AE129}" srcOrd="1" destOrd="0" presId="urn:microsoft.com/office/officeart/2008/layout/LinedList"/>
    <dgm:cxn modelId="{03638D39-DFB9-4223-A257-2DCE8D1CA376}" type="presParOf" srcId="{0AB3F423-9C66-46AE-9DD2-B956C43AE129}" destId="{9359F019-070C-40C7-9750-A9A72B3D87A2}" srcOrd="0" destOrd="0" presId="urn:microsoft.com/office/officeart/2008/layout/LinedList"/>
    <dgm:cxn modelId="{C02D25B3-263C-43B0-A223-CDBAE95090E2}" type="presParOf" srcId="{0AB3F423-9C66-46AE-9DD2-B956C43AE129}" destId="{6D969B09-6C91-4311-AB46-5EE576A5D5A1}" srcOrd="1" destOrd="0" presId="urn:microsoft.com/office/officeart/2008/layout/LinedList"/>
    <dgm:cxn modelId="{B3737405-6AFB-49F6-8755-E6DCFA0165A2}" type="presParOf" srcId="{6D969B09-6C91-4311-AB46-5EE576A5D5A1}" destId="{8091B5AA-B983-413F-968D-76667FF432CE}" srcOrd="0" destOrd="0" presId="urn:microsoft.com/office/officeart/2008/layout/LinedList"/>
    <dgm:cxn modelId="{6D05442D-A4A8-4A0B-B4C7-2074B46FE9AC}" type="presParOf" srcId="{6D969B09-6C91-4311-AB46-5EE576A5D5A1}" destId="{BCFDE6B3-E458-4F14-9C62-B1AF8E3A4FC3}" srcOrd="1" destOrd="0" presId="urn:microsoft.com/office/officeart/2008/layout/LinedList"/>
    <dgm:cxn modelId="{E014DAD1-DF11-48FC-AC9B-DD5FE28C3E0C}" type="presParOf" srcId="{6D969B09-6C91-4311-AB46-5EE576A5D5A1}" destId="{38E62387-D350-426B-8FA7-66692F45AA0C}" srcOrd="2" destOrd="0" presId="urn:microsoft.com/office/officeart/2008/layout/LinedList"/>
    <dgm:cxn modelId="{9688F531-FCB0-4628-9648-F1CE460AF333}" type="presParOf" srcId="{0AB3F423-9C66-46AE-9DD2-B956C43AE129}" destId="{A47E9091-14F8-46AF-BBEE-771FCFD9BD25}" srcOrd="2" destOrd="0" presId="urn:microsoft.com/office/officeart/2008/layout/LinedList"/>
    <dgm:cxn modelId="{B41F7EA6-5A41-4E7A-8B98-A6286BBFB942}" type="presParOf" srcId="{0AB3F423-9C66-46AE-9DD2-B956C43AE129}" destId="{14BDEB3D-635F-458D-8DBF-931616DB0E4E}" srcOrd="3" destOrd="0" presId="urn:microsoft.com/office/officeart/2008/layout/LinedList"/>
    <dgm:cxn modelId="{1ED8620B-E9A5-4200-A15C-29F5E55AA8B5}" type="presParOf" srcId="{5674118F-37EE-4AD1-BC1C-FE70D17EA609}" destId="{0461713B-1729-470C-A559-F5C7096FA6F4}" srcOrd="6" destOrd="0" presId="urn:microsoft.com/office/officeart/2008/layout/LinedList"/>
    <dgm:cxn modelId="{025BEB63-4A7A-4679-99E3-12C50F430859}" type="presParOf" srcId="{5674118F-37EE-4AD1-BC1C-FE70D17EA609}" destId="{A462A8F0-570D-427C-94FC-8BD62A736FF0}" srcOrd="7" destOrd="0" presId="urn:microsoft.com/office/officeart/2008/layout/LinedList"/>
    <dgm:cxn modelId="{A4ABF1BA-A89D-4C96-A3FF-80283BF74517}" type="presParOf" srcId="{A462A8F0-570D-427C-94FC-8BD62A736FF0}" destId="{227669BC-4785-4317-B1B2-80B9302EDD53}" srcOrd="0" destOrd="0" presId="urn:microsoft.com/office/officeart/2008/layout/LinedList"/>
    <dgm:cxn modelId="{A0FFA9F3-4DA5-4876-9FBF-9930002689E2}" type="presParOf" srcId="{A462A8F0-570D-427C-94FC-8BD62A736FF0}" destId="{56AEEE38-5640-447D-87FB-88B2005B9201}" srcOrd="1" destOrd="0" presId="urn:microsoft.com/office/officeart/2008/layout/LinedList"/>
    <dgm:cxn modelId="{17DC6E93-64F4-4548-9737-1DD80B4B9B15}" type="presParOf" srcId="{56AEEE38-5640-447D-87FB-88B2005B9201}" destId="{60F46C62-E428-4A88-B170-7CB490A8B5AB}" srcOrd="0" destOrd="0" presId="urn:microsoft.com/office/officeart/2008/layout/LinedList"/>
    <dgm:cxn modelId="{A817B4E2-C210-45D0-AFAB-272B181539A3}" type="presParOf" srcId="{56AEEE38-5640-447D-87FB-88B2005B9201}" destId="{7FF5C145-3566-4289-83F7-5C5C7CDC6D4F}" srcOrd="1" destOrd="0" presId="urn:microsoft.com/office/officeart/2008/layout/LinedList"/>
    <dgm:cxn modelId="{9A6E7AA4-5AF0-4119-B0E2-D6D3501A8FB4}" type="presParOf" srcId="{7FF5C145-3566-4289-83F7-5C5C7CDC6D4F}" destId="{D568F399-6FE9-49E7-B22E-3AE841EE71A0}" srcOrd="0" destOrd="0" presId="urn:microsoft.com/office/officeart/2008/layout/LinedList"/>
    <dgm:cxn modelId="{B2E2DEE4-84CA-4AF7-8A72-45A1B94ECD0F}" type="presParOf" srcId="{7FF5C145-3566-4289-83F7-5C5C7CDC6D4F}" destId="{C0C2943C-D324-4B90-8438-6DA87802B674}" srcOrd="1" destOrd="0" presId="urn:microsoft.com/office/officeart/2008/layout/LinedList"/>
    <dgm:cxn modelId="{7BE65E90-3B5D-456E-909E-EB4B95F88128}" type="presParOf" srcId="{7FF5C145-3566-4289-83F7-5C5C7CDC6D4F}" destId="{77B5E0F1-E636-4012-9DCC-DD3CFF519655}" srcOrd="2" destOrd="0" presId="urn:microsoft.com/office/officeart/2008/layout/LinedList"/>
    <dgm:cxn modelId="{A49E6C8E-679C-4DA0-978E-387F0AC28307}" type="presParOf" srcId="{56AEEE38-5640-447D-87FB-88B2005B9201}" destId="{453F7F37-9AEF-442F-B8E9-4E6D09242EE0}" srcOrd="2" destOrd="0" presId="urn:microsoft.com/office/officeart/2008/layout/LinedList"/>
    <dgm:cxn modelId="{09066DBE-2008-45B2-A305-D569816B712B}" type="presParOf" srcId="{56AEEE38-5640-447D-87FB-88B2005B9201}" destId="{F45B9421-FB2D-4338-A9C6-90A7443F7B73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229309-426F-4B93-AA1D-DC22EAF35CD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857EA9C7-12D3-4621-AB17-EB29EDC1E26D}">
      <dgm:prSet/>
      <dgm:spPr/>
      <dgm:t>
        <a:bodyPr/>
        <a:lstStyle/>
        <a:p>
          <a:r>
            <a:rPr lang="es-PE" b="1" i="0"/>
            <a:t>UML</a:t>
          </a:r>
          <a:endParaRPr lang="es-PE"/>
        </a:p>
      </dgm:t>
    </dgm:pt>
    <dgm:pt modelId="{A66130D3-ACEA-4114-B9BB-319158CC52F2}" type="parTrans" cxnId="{72F9E0BF-1D07-4B9A-950C-8E3271CBC7CB}">
      <dgm:prSet/>
      <dgm:spPr/>
      <dgm:t>
        <a:bodyPr/>
        <a:lstStyle/>
        <a:p>
          <a:endParaRPr lang="es-PE"/>
        </a:p>
      </dgm:t>
    </dgm:pt>
    <dgm:pt modelId="{08EF2F7B-1C43-4D41-9EDF-6159BC364FDB}" type="sibTrans" cxnId="{72F9E0BF-1D07-4B9A-950C-8E3271CBC7CB}">
      <dgm:prSet/>
      <dgm:spPr/>
      <dgm:t>
        <a:bodyPr/>
        <a:lstStyle/>
        <a:p>
          <a:endParaRPr lang="es-PE"/>
        </a:p>
      </dgm:t>
    </dgm:pt>
    <dgm:pt modelId="{2AC7562E-54DE-4DED-8933-73A64D21ED4C}">
      <dgm:prSet/>
      <dgm:spPr/>
      <dgm:t>
        <a:bodyPr/>
        <a:lstStyle/>
        <a:p>
          <a:r>
            <a:rPr lang="es-ES" b="0" i="0"/>
            <a:t>UML es el lenguaje de modelado más utilizado en análisis y diseño de software. Proporciona un estándar gráfico para visualizar, especificar, construir y documentar sistemas orientados a objetos.</a:t>
          </a:r>
          <a:endParaRPr lang="es-PE"/>
        </a:p>
      </dgm:t>
    </dgm:pt>
    <dgm:pt modelId="{233DC3FF-83EF-4B20-95CC-A7781B0FB5E7}" type="parTrans" cxnId="{86ED2960-2E33-4D5E-8334-60E8E322CE04}">
      <dgm:prSet/>
      <dgm:spPr/>
      <dgm:t>
        <a:bodyPr/>
        <a:lstStyle/>
        <a:p>
          <a:endParaRPr lang="es-PE"/>
        </a:p>
      </dgm:t>
    </dgm:pt>
    <dgm:pt modelId="{C09BBCE7-FEFE-441B-AE9C-7651E6E3A589}" type="sibTrans" cxnId="{86ED2960-2E33-4D5E-8334-60E8E322CE04}">
      <dgm:prSet/>
      <dgm:spPr/>
      <dgm:t>
        <a:bodyPr/>
        <a:lstStyle/>
        <a:p>
          <a:endParaRPr lang="es-PE"/>
        </a:p>
      </dgm:t>
    </dgm:pt>
    <dgm:pt modelId="{47B521F2-C231-4D54-BFF8-D1693D2A0C6B}">
      <dgm:prSet/>
      <dgm:spPr/>
      <dgm:t>
        <a:bodyPr/>
        <a:lstStyle/>
        <a:p>
          <a:r>
            <a:rPr lang="es-PE" b="1" i="0"/>
            <a:t>Componentes UML</a:t>
          </a:r>
          <a:endParaRPr lang="es-PE"/>
        </a:p>
      </dgm:t>
    </dgm:pt>
    <dgm:pt modelId="{1BDB2EFF-AABD-47F5-87DA-8819E936B5C5}" type="parTrans" cxnId="{3408BFA6-9D5D-4081-A73C-24A2E4010EFC}">
      <dgm:prSet/>
      <dgm:spPr/>
      <dgm:t>
        <a:bodyPr/>
        <a:lstStyle/>
        <a:p>
          <a:endParaRPr lang="es-PE"/>
        </a:p>
      </dgm:t>
    </dgm:pt>
    <dgm:pt modelId="{DF66E01C-9A74-43DD-9CFF-426C38FFD4B8}" type="sibTrans" cxnId="{3408BFA6-9D5D-4081-A73C-24A2E4010EFC}">
      <dgm:prSet/>
      <dgm:spPr/>
      <dgm:t>
        <a:bodyPr/>
        <a:lstStyle/>
        <a:p>
          <a:endParaRPr lang="es-PE"/>
        </a:p>
      </dgm:t>
    </dgm:pt>
    <dgm:pt modelId="{AE79C605-72D3-445D-BDC9-0C6A0983B3F8}">
      <dgm:prSet/>
      <dgm:spPr/>
      <dgm:t>
        <a:bodyPr/>
        <a:lstStyle/>
        <a:p>
          <a:r>
            <a:rPr lang="es-ES" b="0" i="0"/>
            <a:t>UML incluye diagramas de casos de uso para requisitos funcionales, diagramas de clases y objetos para estructura, diagramas de secuencia, actividades y estados para comportamiento, y diagramas de componentes y despliegue para arquitectura física.</a:t>
          </a:r>
          <a:endParaRPr lang="es-PE"/>
        </a:p>
      </dgm:t>
    </dgm:pt>
    <dgm:pt modelId="{18D217A7-C589-40DE-B074-A44A9A41CA91}" type="parTrans" cxnId="{CDEC241E-4179-4691-9131-3989D084F5AA}">
      <dgm:prSet/>
      <dgm:spPr/>
      <dgm:t>
        <a:bodyPr/>
        <a:lstStyle/>
        <a:p>
          <a:endParaRPr lang="es-PE"/>
        </a:p>
      </dgm:t>
    </dgm:pt>
    <dgm:pt modelId="{D9C5DA76-7762-4DB8-B886-0063C298A5D4}" type="sibTrans" cxnId="{CDEC241E-4179-4691-9131-3989D084F5AA}">
      <dgm:prSet/>
      <dgm:spPr/>
      <dgm:t>
        <a:bodyPr/>
        <a:lstStyle/>
        <a:p>
          <a:endParaRPr lang="es-PE"/>
        </a:p>
      </dgm:t>
    </dgm:pt>
    <dgm:pt modelId="{FA09FE86-338F-4272-93D9-C3E96AFB8E9C}" type="pres">
      <dgm:prSet presAssocID="{FB229309-426F-4B93-AA1D-DC22EAF35CD6}" presName="cycle" presStyleCnt="0">
        <dgm:presLayoutVars>
          <dgm:dir/>
          <dgm:resizeHandles val="exact"/>
        </dgm:presLayoutVars>
      </dgm:prSet>
      <dgm:spPr/>
    </dgm:pt>
    <dgm:pt modelId="{D976A989-8DFA-4F10-804F-ABFFF5816BC4}" type="pres">
      <dgm:prSet presAssocID="{857EA9C7-12D3-4621-AB17-EB29EDC1E26D}" presName="node" presStyleLbl="node1" presStyleIdx="0" presStyleCnt="2">
        <dgm:presLayoutVars>
          <dgm:bulletEnabled val="1"/>
        </dgm:presLayoutVars>
      </dgm:prSet>
      <dgm:spPr/>
    </dgm:pt>
    <dgm:pt modelId="{2A50EB6D-87E4-4101-84D2-68FACDA8AA98}" type="pres">
      <dgm:prSet presAssocID="{08EF2F7B-1C43-4D41-9EDF-6159BC364FDB}" presName="sibTrans" presStyleLbl="sibTrans2D1" presStyleIdx="0" presStyleCnt="2"/>
      <dgm:spPr/>
    </dgm:pt>
    <dgm:pt modelId="{F8C88858-1039-4F17-9C4F-7120C376E48B}" type="pres">
      <dgm:prSet presAssocID="{08EF2F7B-1C43-4D41-9EDF-6159BC364FDB}" presName="connectorText" presStyleLbl="sibTrans2D1" presStyleIdx="0" presStyleCnt="2"/>
      <dgm:spPr/>
    </dgm:pt>
    <dgm:pt modelId="{B4B283B6-CDF7-45D7-B936-39695AD222F1}" type="pres">
      <dgm:prSet presAssocID="{47B521F2-C231-4D54-BFF8-D1693D2A0C6B}" presName="node" presStyleLbl="node1" presStyleIdx="1" presStyleCnt="2">
        <dgm:presLayoutVars>
          <dgm:bulletEnabled val="1"/>
        </dgm:presLayoutVars>
      </dgm:prSet>
      <dgm:spPr/>
    </dgm:pt>
    <dgm:pt modelId="{2CD6DAA6-B0F0-451F-9C7E-743637F0B9A5}" type="pres">
      <dgm:prSet presAssocID="{DF66E01C-9A74-43DD-9CFF-426C38FFD4B8}" presName="sibTrans" presStyleLbl="sibTrans2D1" presStyleIdx="1" presStyleCnt="2"/>
      <dgm:spPr/>
    </dgm:pt>
    <dgm:pt modelId="{AB6D9416-6E3A-4642-A501-795A4F8BA772}" type="pres">
      <dgm:prSet presAssocID="{DF66E01C-9A74-43DD-9CFF-426C38FFD4B8}" presName="connectorText" presStyleLbl="sibTrans2D1" presStyleIdx="1" presStyleCnt="2"/>
      <dgm:spPr/>
    </dgm:pt>
  </dgm:ptLst>
  <dgm:cxnLst>
    <dgm:cxn modelId="{F17E2406-0913-4D42-A6B8-FF0146E6C872}" type="presOf" srcId="{DF66E01C-9A74-43DD-9CFF-426C38FFD4B8}" destId="{AB6D9416-6E3A-4642-A501-795A4F8BA772}" srcOrd="1" destOrd="0" presId="urn:microsoft.com/office/officeart/2005/8/layout/cycle2"/>
    <dgm:cxn modelId="{8157F00A-4161-421A-B0CC-8CB658ECC422}" type="presOf" srcId="{AE79C605-72D3-445D-BDC9-0C6A0983B3F8}" destId="{B4B283B6-CDF7-45D7-B936-39695AD222F1}" srcOrd="0" destOrd="1" presId="urn:microsoft.com/office/officeart/2005/8/layout/cycle2"/>
    <dgm:cxn modelId="{CDEC241E-4179-4691-9131-3989D084F5AA}" srcId="{47B521F2-C231-4D54-BFF8-D1693D2A0C6B}" destId="{AE79C605-72D3-445D-BDC9-0C6A0983B3F8}" srcOrd="0" destOrd="0" parTransId="{18D217A7-C589-40DE-B074-A44A9A41CA91}" sibTransId="{D9C5DA76-7762-4DB8-B886-0063C298A5D4}"/>
    <dgm:cxn modelId="{86ED2960-2E33-4D5E-8334-60E8E322CE04}" srcId="{857EA9C7-12D3-4621-AB17-EB29EDC1E26D}" destId="{2AC7562E-54DE-4DED-8933-73A64D21ED4C}" srcOrd="0" destOrd="0" parTransId="{233DC3FF-83EF-4B20-95CC-A7781B0FB5E7}" sibTransId="{C09BBCE7-FEFE-441B-AE9C-7651E6E3A589}"/>
    <dgm:cxn modelId="{E3DF1142-1472-450A-A699-C625F3A1C513}" type="presOf" srcId="{DF66E01C-9A74-43DD-9CFF-426C38FFD4B8}" destId="{2CD6DAA6-B0F0-451F-9C7E-743637F0B9A5}" srcOrd="0" destOrd="0" presId="urn:microsoft.com/office/officeart/2005/8/layout/cycle2"/>
    <dgm:cxn modelId="{8C3EC175-C912-45E5-81E7-CAC7B156CF71}" type="presOf" srcId="{47B521F2-C231-4D54-BFF8-D1693D2A0C6B}" destId="{B4B283B6-CDF7-45D7-B936-39695AD222F1}" srcOrd="0" destOrd="0" presId="urn:microsoft.com/office/officeart/2005/8/layout/cycle2"/>
    <dgm:cxn modelId="{F766B77F-5184-4935-8ACD-68C50A8EB3F6}" type="presOf" srcId="{08EF2F7B-1C43-4D41-9EDF-6159BC364FDB}" destId="{2A50EB6D-87E4-4101-84D2-68FACDA8AA98}" srcOrd="0" destOrd="0" presId="urn:microsoft.com/office/officeart/2005/8/layout/cycle2"/>
    <dgm:cxn modelId="{E037FEA0-EA11-47B0-A17E-F3DC2D77F7ED}" type="presOf" srcId="{FB229309-426F-4B93-AA1D-DC22EAF35CD6}" destId="{FA09FE86-338F-4272-93D9-C3E96AFB8E9C}" srcOrd="0" destOrd="0" presId="urn:microsoft.com/office/officeart/2005/8/layout/cycle2"/>
    <dgm:cxn modelId="{344EAAA4-881D-469E-AB79-425EB84446E7}" type="presOf" srcId="{08EF2F7B-1C43-4D41-9EDF-6159BC364FDB}" destId="{F8C88858-1039-4F17-9C4F-7120C376E48B}" srcOrd="1" destOrd="0" presId="urn:microsoft.com/office/officeart/2005/8/layout/cycle2"/>
    <dgm:cxn modelId="{3408BFA6-9D5D-4081-A73C-24A2E4010EFC}" srcId="{FB229309-426F-4B93-AA1D-DC22EAF35CD6}" destId="{47B521F2-C231-4D54-BFF8-D1693D2A0C6B}" srcOrd="1" destOrd="0" parTransId="{1BDB2EFF-AABD-47F5-87DA-8819E936B5C5}" sibTransId="{DF66E01C-9A74-43DD-9CFF-426C38FFD4B8}"/>
    <dgm:cxn modelId="{72F9E0BF-1D07-4B9A-950C-8E3271CBC7CB}" srcId="{FB229309-426F-4B93-AA1D-DC22EAF35CD6}" destId="{857EA9C7-12D3-4621-AB17-EB29EDC1E26D}" srcOrd="0" destOrd="0" parTransId="{A66130D3-ACEA-4114-B9BB-319158CC52F2}" sibTransId="{08EF2F7B-1C43-4D41-9EDF-6159BC364FDB}"/>
    <dgm:cxn modelId="{E7820DCF-3279-41B4-8A87-087065EE3F2F}" type="presOf" srcId="{857EA9C7-12D3-4621-AB17-EB29EDC1E26D}" destId="{D976A989-8DFA-4F10-804F-ABFFF5816BC4}" srcOrd="0" destOrd="0" presId="urn:microsoft.com/office/officeart/2005/8/layout/cycle2"/>
    <dgm:cxn modelId="{051059E6-0725-4D30-9B37-2AA35EBBAD5E}" type="presOf" srcId="{2AC7562E-54DE-4DED-8933-73A64D21ED4C}" destId="{D976A989-8DFA-4F10-804F-ABFFF5816BC4}" srcOrd="0" destOrd="1" presId="urn:microsoft.com/office/officeart/2005/8/layout/cycle2"/>
    <dgm:cxn modelId="{A730ED26-BF4D-4707-962C-B0E11CD66ED7}" type="presParOf" srcId="{FA09FE86-338F-4272-93D9-C3E96AFB8E9C}" destId="{D976A989-8DFA-4F10-804F-ABFFF5816BC4}" srcOrd="0" destOrd="0" presId="urn:microsoft.com/office/officeart/2005/8/layout/cycle2"/>
    <dgm:cxn modelId="{DF20C492-F6AD-4A0A-9579-0A7902363D84}" type="presParOf" srcId="{FA09FE86-338F-4272-93D9-C3E96AFB8E9C}" destId="{2A50EB6D-87E4-4101-84D2-68FACDA8AA98}" srcOrd="1" destOrd="0" presId="urn:microsoft.com/office/officeart/2005/8/layout/cycle2"/>
    <dgm:cxn modelId="{31273E01-D6CA-4786-BA16-13278386927B}" type="presParOf" srcId="{2A50EB6D-87E4-4101-84D2-68FACDA8AA98}" destId="{F8C88858-1039-4F17-9C4F-7120C376E48B}" srcOrd="0" destOrd="0" presId="urn:microsoft.com/office/officeart/2005/8/layout/cycle2"/>
    <dgm:cxn modelId="{7EF2EE92-58A8-43F9-8EC8-6B2B5B506CC4}" type="presParOf" srcId="{FA09FE86-338F-4272-93D9-C3E96AFB8E9C}" destId="{B4B283B6-CDF7-45D7-B936-39695AD222F1}" srcOrd="2" destOrd="0" presId="urn:microsoft.com/office/officeart/2005/8/layout/cycle2"/>
    <dgm:cxn modelId="{4B0571D1-A549-4C05-883D-348C06AAF9D8}" type="presParOf" srcId="{FA09FE86-338F-4272-93D9-C3E96AFB8E9C}" destId="{2CD6DAA6-B0F0-451F-9C7E-743637F0B9A5}" srcOrd="3" destOrd="0" presId="urn:microsoft.com/office/officeart/2005/8/layout/cycle2"/>
    <dgm:cxn modelId="{4F253F34-2E87-4EDC-BD20-35225958500C}" type="presParOf" srcId="{2CD6DAA6-B0F0-451F-9C7E-743637F0B9A5}" destId="{AB6D9416-6E3A-4642-A501-795A4F8BA77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2853A2-7E77-406F-8120-C7B2A635548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43D16BF3-3BB0-49B8-ACFA-9199D21BC91A}">
      <dgm:prSet/>
      <dgm:spPr/>
      <dgm:t>
        <a:bodyPr/>
        <a:lstStyle/>
        <a:p>
          <a:r>
            <a:rPr lang="es-PE" b="1" i="0"/>
            <a:t>Mejora de Calidad</a:t>
          </a:r>
          <a:endParaRPr lang="es-PE"/>
        </a:p>
      </dgm:t>
    </dgm:pt>
    <dgm:pt modelId="{14607C8E-5B9A-4A73-8283-DFF77168F43C}" type="parTrans" cxnId="{2334CDD1-C8B3-4D08-9B73-A6F968BF3813}">
      <dgm:prSet/>
      <dgm:spPr/>
      <dgm:t>
        <a:bodyPr/>
        <a:lstStyle/>
        <a:p>
          <a:endParaRPr lang="es-PE"/>
        </a:p>
      </dgm:t>
    </dgm:pt>
    <dgm:pt modelId="{BAC615E6-244D-48E1-8A61-5C48655D79CC}" type="sibTrans" cxnId="{2334CDD1-C8B3-4D08-9B73-A6F968BF3813}">
      <dgm:prSet/>
      <dgm:spPr/>
      <dgm:t>
        <a:bodyPr/>
        <a:lstStyle/>
        <a:p>
          <a:endParaRPr lang="es-PE"/>
        </a:p>
      </dgm:t>
    </dgm:pt>
    <dgm:pt modelId="{FB0EBD17-C834-4058-8223-6DA82D018F09}">
      <dgm:prSet/>
      <dgm:spPr/>
      <dgm:t>
        <a:bodyPr/>
        <a:lstStyle/>
        <a:p>
          <a:r>
            <a:rPr lang="es-ES" b="0" i="0"/>
            <a:t>Mejora significativamente la calidad del software al detectar errores tempranamente y permitir diseños más robustos y mantenibles desde el inicio.</a:t>
          </a:r>
          <a:endParaRPr lang="es-PE"/>
        </a:p>
      </dgm:t>
    </dgm:pt>
    <dgm:pt modelId="{5FB264B9-B7D2-4A63-AD50-5BA6354C0D17}" type="parTrans" cxnId="{551E22A4-2A05-4BAB-BAF8-80DAA6C9A159}">
      <dgm:prSet/>
      <dgm:spPr/>
      <dgm:t>
        <a:bodyPr/>
        <a:lstStyle/>
        <a:p>
          <a:endParaRPr lang="es-PE"/>
        </a:p>
      </dgm:t>
    </dgm:pt>
    <dgm:pt modelId="{C8C0AB05-E65D-410B-99FF-59FC6EC4DE8A}" type="sibTrans" cxnId="{551E22A4-2A05-4BAB-BAF8-80DAA6C9A159}">
      <dgm:prSet/>
      <dgm:spPr/>
      <dgm:t>
        <a:bodyPr/>
        <a:lstStyle/>
        <a:p>
          <a:endParaRPr lang="es-PE"/>
        </a:p>
      </dgm:t>
    </dgm:pt>
    <dgm:pt modelId="{E640E912-929D-4EB3-B105-F550978F2C80}">
      <dgm:prSet/>
      <dgm:spPr/>
      <dgm:t>
        <a:bodyPr/>
        <a:lstStyle/>
        <a:p>
          <a:r>
            <a:rPr lang="es-PE" b="1" i="0"/>
            <a:t>Trabajo Colaborativo</a:t>
          </a:r>
          <a:endParaRPr lang="es-PE"/>
        </a:p>
      </dgm:t>
    </dgm:pt>
    <dgm:pt modelId="{9606A964-DC98-4F9B-9C45-8B39B239DBAD}" type="parTrans" cxnId="{88D9D27B-C97C-48D9-800F-E0B548030F11}">
      <dgm:prSet/>
      <dgm:spPr/>
      <dgm:t>
        <a:bodyPr/>
        <a:lstStyle/>
        <a:p>
          <a:endParaRPr lang="es-PE"/>
        </a:p>
      </dgm:t>
    </dgm:pt>
    <dgm:pt modelId="{77CD1CCD-5D0B-4777-8CFA-88337F598C91}" type="sibTrans" cxnId="{88D9D27B-C97C-48D9-800F-E0B548030F11}">
      <dgm:prSet/>
      <dgm:spPr/>
      <dgm:t>
        <a:bodyPr/>
        <a:lstStyle/>
        <a:p>
          <a:endParaRPr lang="es-PE"/>
        </a:p>
      </dgm:t>
    </dgm:pt>
    <dgm:pt modelId="{F4B5F286-F56F-4AD9-A801-094B6FE91BB5}">
      <dgm:prSet/>
      <dgm:spPr/>
      <dgm:t>
        <a:bodyPr/>
        <a:lstStyle/>
        <a:p>
          <a:r>
            <a:rPr lang="es-ES" b="0" i="0"/>
            <a:t>Facilita el trabajo colaborativo al proporcionar un lenguaje visual común que todos los miembros del equipo pueden entender y utilizar eficientemente.</a:t>
          </a:r>
          <a:endParaRPr lang="es-PE"/>
        </a:p>
      </dgm:t>
    </dgm:pt>
    <dgm:pt modelId="{43C4C505-2278-4DEC-85FE-3DC842A73707}" type="parTrans" cxnId="{56B4C325-7D3C-49D9-9C7C-A5B7FE343C12}">
      <dgm:prSet/>
      <dgm:spPr/>
      <dgm:t>
        <a:bodyPr/>
        <a:lstStyle/>
        <a:p>
          <a:endParaRPr lang="es-PE"/>
        </a:p>
      </dgm:t>
    </dgm:pt>
    <dgm:pt modelId="{58B4F4BD-8289-4EE6-9790-783D8F8C34BD}" type="sibTrans" cxnId="{56B4C325-7D3C-49D9-9C7C-A5B7FE343C12}">
      <dgm:prSet/>
      <dgm:spPr/>
      <dgm:t>
        <a:bodyPr/>
        <a:lstStyle/>
        <a:p>
          <a:endParaRPr lang="es-PE"/>
        </a:p>
      </dgm:t>
    </dgm:pt>
    <dgm:pt modelId="{0099F462-8848-4675-ACD7-F08D851E6483}">
      <dgm:prSet/>
      <dgm:spPr/>
      <dgm:t>
        <a:bodyPr/>
        <a:lstStyle/>
        <a:p>
          <a:r>
            <a:rPr lang="es-PE" b="1" i="0"/>
            <a:t>Detección Temprana</a:t>
          </a:r>
          <a:endParaRPr lang="es-PE"/>
        </a:p>
      </dgm:t>
    </dgm:pt>
    <dgm:pt modelId="{72D60EA3-3896-4A79-9C39-461E39B2156E}" type="parTrans" cxnId="{521C6783-AE38-4097-8B73-E0B8628821EA}">
      <dgm:prSet/>
      <dgm:spPr/>
      <dgm:t>
        <a:bodyPr/>
        <a:lstStyle/>
        <a:p>
          <a:endParaRPr lang="es-PE"/>
        </a:p>
      </dgm:t>
    </dgm:pt>
    <dgm:pt modelId="{BE3C492F-195E-44D7-8FDD-E555936734E8}" type="sibTrans" cxnId="{521C6783-AE38-4097-8B73-E0B8628821EA}">
      <dgm:prSet/>
      <dgm:spPr/>
      <dgm:t>
        <a:bodyPr/>
        <a:lstStyle/>
        <a:p>
          <a:endParaRPr lang="es-PE"/>
        </a:p>
      </dgm:t>
    </dgm:pt>
    <dgm:pt modelId="{C43060AE-5168-4DA6-BDF6-6699498DA1A0}">
      <dgm:prSet/>
      <dgm:spPr/>
      <dgm:t>
        <a:bodyPr/>
        <a:lstStyle/>
        <a:p>
          <a:r>
            <a:rPr lang="es-ES" b="0" i="0"/>
            <a:t>Permite detectar errores y problemas de diseño antes de comenzar la programación, reduciendo costos y tiempo de desarrollo significativamente.</a:t>
          </a:r>
          <a:endParaRPr lang="es-PE"/>
        </a:p>
      </dgm:t>
    </dgm:pt>
    <dgm:pt modelId="{21EA6D51-4FA8-4D33-895C-031784326078}" type="parTrans" cxnId="{867A7DB6-A69C-40D4-B03B-552891F3224A}">
      <dgm:prSet/>
      <dgm:spPr/>
      <dgm:t>
        <a:bodyPr/>
        <a:lstStyle/>
        <a:p>
          <a:endParaRPr lang="es-PE"/>
        </a:p>
      </dgm:t>
    </dgm:pt>
    <dgm:pt modelId="{35C5B17C-C426-4C96-9A0E-9F32E275C34E}" type="sibTrans" cxnId="{867A7DB6-A69C-40D4-B03B-552891F3224A}">
      <dgm:prSet/>
      <dgm:spPr/>
      <dgm:t>
        <a:bodyPr/>
        <a:lstStyle/>
        <a:p>
          <a:endParaRPr lang="es-PE"/>
        </a:p>
      </dgm:t>
    </dgm:pt>
    <dgm:pt modelId="{9E971225-37C2-424C-99AE-35576A6B50AF}" type="pres">
      <dgm:prSet presAssocID="{F82853A2-7E77-406F-8120-C7B2A6355483}" presName="Name0" presStyleCnt="0">
        <dgm:presLayoutVars>
          <dgm:dir/>
          <dgm:resizeHandles val="exact"/>
        </dgm:presLayoutVars>
      </dgm:prSet>
      <dgm:spPr/>
    </dgm:pt>
    <dgm:pt modelId="{7A67002D-22A8-4E90-803E-60A09374CC6B}" type="pres">
      <dgm:prSet presAssocID="{43D16BF3-3BB0-49B8-ACFA-9199D21BC91A}" presName="node" presStyleLbl="node1" presStyleIdx="0" presStyleCnt="3">
        <dgm:presLayoutVars>
          <dgm:bulletEnabled val="1"/>
        </dgm:presLayoutVars>
      </dgm:prSet>
      <dgm:spPr/>
    </dgm:pt>
    <dgm:pt modelId="{591C3E7C-8A7B-432C-B1FE-CB70F8D8E98D}" type="pres">
      <dgm:prSet presAssocID="{BAC615E6-244D-48E1-8A61-5C48655D79CC}" presName="sibTrans" presStyleLbl="sibTrans2D1" presStyleIdx="0" presStyleCnt="2"/>
      <dgm:spPr/>
    </dgm:pt>
    <dgm:pt modelId="{087606C9-106F-44CE-8DAE-530258915993}" type="pres">
      <dgm:prSet presAssocID="{BAC615E6-244D-48E1-8A61-5C48655D79CC}" presName="connectorText" presStyleLbl="sibTrans2D1" presStyleIdx="0" presStyleCnt="2"/>
      <dgm:spPr/>
    </dgm:pt>
    <dgm:pt modelId="{199188A3-0DB2-4BB9-8A3B-AF49D8A5F340}" type="pres">
      <dgm:prSet presAssocID="{E640E912-929D-4EB3-B105-F550978F2C80}" presName="node" presStyleLbl="node1" presStyleIdx="1" presStyleCnt="3">
        <dgm:presLayoutVars>
          <dgm:bulletEnabled val="1"/>
        </dgm:presLayoutVars>
      </dgm:prSet>
      <dgm:spPr/>
    </dgm:pt>
    <dgm:pt modelId="{F95FC4C8-329C-4289-9415-36F33129EFD5}" type="pres">
      <dgm:prSet presAssocID="{77CD1CCD-5D0B-4777-8CFA-88337F598C91}" presName="sibTrans" presStyleLbl="sibTrans2D1" presStyleIdx="1" presStyleCnt="2"/>
      <dgm:spPr/>
    </dgm:pt>
    <dgm:pt modelId="{A0BA4D4A-2C3C-4D3C-AEC5-DB3A2BEFD4CC}" type="pres">
      <dgm:prSet presAssocID="{77CD1CCD-5D0B-4777-8CFA-88337F598C91}" presName="connectorText" presStyleLbl="sibTrans2D1" presStyleIdx="1" presStyleCnt="2"/>
      <dgm:spPr/>
    </dgm:pt>
    <dgm:pt modelId="{9FB52007-670E-400A-9DC2-D6DB14C93E45}" type="pres">
      <dgm:prSet presAssocID="{0099F462-8848-4675-ACD7-F08D851E6483}" presName="node" presStyleLbl="node1" presStyleIdx="2" presStyleCnt="3">
        <dgm:presLayoutVars>
          <dgm:bulletEnabled val="1"/>
        </dgm:presLayoutVars>
      </dgm:prSet>
      <dgm:spPr/>
    </dgm:pt>
  </dgm:ptLst>
  <dgm:cxnLst>
    <dgm:cxn modelId="{703C4815-240C-4FF4-8AB0-3EE5FC6449AB}" type="presOf" srcId="{0099F462-8848-4675-ACD7-F08D851E6483}" destId="{9FB52007-670E-400A-9DC2-D6DB14C93E45}" srcOrd="0" destOrd="0" presId="urn:microsoft.com/office/officeart/2005/8/layout/process1"/>
    <dgm:cxn modelId="{8FE5A319-AE08-4161-8C7B-C51F4EEE3091}" type="presOf" srcId="{77CD1CCD-5D0B-4777-8CFA-88337F598C91}" destId="{A0BA4D4A-2C3C-4D3C-AEC5-DB3A2BEFD4CC}" srcOrd="1" destOrd="0" presId="urn:microsoft.com/office/officeart/2005/8/layout/process1"/>
    <dgm:cxn modelId="{A3F8BB1A-1CB9-43CE-B27F-74FA60F2275E}" type="presOf" srcId="{BAC615E6-244D-48E1-8A61-5C48655D79CC}" destId="{591C3E7C-8A7B-432C-B1FE-CB70F8D8E98D}" srcOrd="0" destOrd="0" presId="urn:microsoft.com/office/officeart/2005/8/layout/process1"/>
    <dgm:cxn modelId="{56B4C325-7D3C-49D9-9C7C-A5B7FE343C12}" srcId="{E640E912-929D-4EB3-B105-F550978F2C80}" destId="{F4B5F286-F56F-4AD9-A801-094B6FE91BB5}" srcOrd="0" destOrd="0" parTransId="{43C4C505-2278-4DEC-85FE-3DC842A73707}" sibTransId="{58B4F4BD-8289-4EE6-9790-783D8F8C34BD}"/>
    <dgm:cxn modelId="{E0530C26-6203-4AEB-927C-8D15BC449892}" type="presOf" srcId="{C43060AE-5168-4DA6-BDF6-6699498DA1A0}" destId="{9FB52007-670E-400A-9DC2-D6DB14C93E45}" srcOrd="0" destOrd="1" presId="urn:microsoft.com/office/officeart/2005/8/layout/process1"/>
    <dgm:cxn modelId="{96C1BA3A-55A4-4AC5-8981-74F258B476E2}" type="presOf" srcId="{E640E912-929D-4EB3-B105-F550978F2C80}" destId="{199188A3-0DB2-4BB9-8A3B-AF49D8A5F340}" srcOrd="0" destOrd="0" presId="urn:microsoft.com/office/officeart/2005/8/layout/process1"/>
    <dgm:cxn modelId="{775ED05C-E8F9-4A76-BFC3-4EA38916227F}" type="presOf" srcId="{F82853A2-7E77-406F-8120-C7B2A6355483}" destId="{9E971225-37C2-424C-99AE-35576A6B50AF}" srcOrd="0" destOrd="0" presId="urn:microsoft.com/office/officeart/2005/8/layout/process1"/>
    <dgm:cxn modelId="{D6671242-889B-4D23-B590-DFE661725F92}" type="presOf" srcId="{BAC615E6-244D-48E1-8A61-5C48655D79CC}" destId="{087606C9-106F-44CE-8DAE-530258915993}" srcOrd="1" destOrd="0" presId="urn:microsoft.com/office/officeart/2005/8/layout/process1"/>
    <dgm:cxn modelId="{8EFD9A55-D6F5-406A-8F56-B1C9A5006BAF}" type="presOf" srcId="{43D16BF3-3BB0-49B8-ACFA-9199D21BC91A}" destId="{7A67002D-22A8-4E90-803E-60A09374CC6B}" srcOrd="0" destOrd="0" presId="urn:microsoft.com/office/officeart/2005/8/layout/process1"/>
    <dgm:cxn modelId="{88D9D27B-C97C-48D9-800F-E0B548030F11}" srcId="{F82853A2-7E77-406F-8120-C7B2A6355483}" destId="{E640E912-929D-4EB3-B105-F550978F2C80}" srcOrd="1" destOrd="0" parTransId="{9606A964-DC98-4F9B-9C45-8B39B239DBAD}" sibTransId="{77CD1CCD-5D0B-4777-8CFA-88337F598C91}"/>
    <dgm:cxn modelId="{521C6783-AE38-4097-8B73-E0B8628821EA}" srcId="{F82853A2-7E77-406F-8120-C7B2A6355483}" destId="{0099F462-8848-4675-ACD7-F08D851E6483}" srcOrd="2" destOrd="0" parTransId="{72D60EA3-3896-4A79-9C39-461E39B2156E}" sibTransId="{BE3C492F-195E-44D7-8FDD-E555936734E8}"/>
    <dgm:cxn modelId="{551E22A4-2A05-4BAB-BAF8-80DAA6C9A159}" srcId="{43D16BF3-3BB0-49B8-ACFA-9199D21BC91A}" destId="{FB0EBD17-C834-4058-8223-6DA82D018F09}" srcOrd="0" destOrd="0" parTransId="{5FB264B9-B7D2-4A63-AD50-5BA6354C0D17}" sibTransId="{C8C0AB05-E65D-410B-99FF-59FC6EC4DE8A}"/>
    <dgm:cxn modelId="{E4DC64AC-D1FE-4968-B2CA-AF0C2E6178EC}" type="presOf" srcId="{77CD1CCD-5D0B-4777-8CFA-88337F598C91}" destId="{F95FC4C8-329C-4289-9415-36F33129EFD5}" srcOrd="0" destOrd="0" presId="urn:microsoft.com/office/officeart/2005/8/layout/process1"/>
    <dgm:cxn modelId="{BD20CFAF-DC52-4527-BBF0-9786745AA1E7}" type="presOf" srcId="{FB0EBD17-C834-4058-8223-6DA82D018F09}" destId="{7A67002D-22A8-4E90-803E-60A09374CC6B}" srcOrd="0" destOrd="1" presId="urn:microsoft.com/office/officeart/2005/8/layout/process1"/>
    <dgm:cxn modelId="{867A7DB6-A69C-40D4-B03B-552891F3224A}" srcId="{0099F462-8848-4675-ACD7-F08D851E6483}" destId="{C43060AE-5168-4DA6-BDF6-6699498DA1A0}" srcOrd="0" destOrd="0" parTransId="{21EA6D51-4FA8-4D33-895C-031784326078}" sibTransId="{35C5B17C-C426-4C96-9A0E-9F32E275C34E}"/>
    <dgm:cxn modelId="{2334CDD1-C8B3-4D08-9B73-A6F968BF3813}" srcId="{F82853A2-7E77-406F-8120-C7B2A6355483}" destId="{43D16BF3-3BB0-49B8-ACFA-9199D21BC91A}" srcOrd="0" destOrd="0" parTransId="{14607C8E-5B9A-4A73-8283-DFF77168F43C}" sibTransId="{BAC615E6-244D-48E1-8A61-5C48655D79CC}"/>
    <dgm:cxn modelId="{80E9BED5-AFB6-4F90-B1DF-72C034532E3D}" type="presOf" srcId="{F4B5F286-F56F-4AD9-A801-094B6FE91BB5}" destId="{199188A3-0DB2-4BB9-8A3B-AF49D8A5F340}" srcOrd="0" destOrd="1" presId="urn:microsoft.com/office/officeart/2005/8/layout/process1"/>
    <dgm:cxn modelId="{DB088B2E-6879-45E0-B951-16D14DF6C265}" type="presParOf" srcId="{9E971225-37C2-424C-99AE-35576A6B50AF}" destId="{7A67002D-22A8-4E90-803E-60A09374CC6B}" srcOrd="0" destOrd="0" presId="urn:microsoft.com/office/officeart/2005/8/layout/process1"/>
    <dgm:cxn modelId="{DC2E40AD-5223-4C93-B491-3960AEDCC921}" type="presParOf" srcId="{9E971225-37C2-424C-99AE-35576A6B50AF}" destId="{591C3E7C-8A7B-432C-B1FE-CB70F8D8E98D}" srcOrd="1" destOrd="0" presId="urn:microsoft.com/office/officeart/2005/8/layout/process1"/>
    <dgm:cxn modelId="{39727E44-1E86-4FF3-9C08-6667A93E4E04}" type="presParOf" srcId="{591C3E7C-8A7B-432C-B1FE-CB70F8D8E98D}" destId="{087606C9-106F-44CE-8DAE-530258915993}" srcOrd="0" destOrd="0" presId="urn:microsoft.com/office/officeart/2005/8/layout/process1"/>
    <dgm:cxn modelId="{89F38495-54FC-417E-9B07-402583FECA50}" type="presParOf" srcId="{9E971225-37C2-424C-99AE-35576A6B50AF}" destId="{199188A3-0DB2-4BB9-8A3B-AF49D8A5F340}" srcOrd="2" destOrd="0" presId="urn:microsoft.com/office/officeart/2005/8/layout/process1"/>
    <dgm:cxn modelId="{B3FA4809-1C79-4D54-AD1D-F19CF0E4D155}" type="presParOf" srcId="{9E971225-37C2-424C-99AE-35576A6B50AF}" destId="{F95FC4C8-329C-4289-9415-36F33129EFD5}" srcOrd="3" destOrd="0" presId="urn:microsoft.com/office/officeart/2005/8/layout/process1"/>
    <dgm:cxn modelId="{E653254C-7E33-4118-8427-6ABF5E671572}" type="presParOf" srcId="{F95FC4C8-329C-4289-9415-36F33129EFD5}" destId="{A0BA4D4A-2C3C-4D3C-AEC5-DB3A2BEFD4CC}" srcOrd="0" destOrd="0" presId="urn:microsoft.com/office/officeart/2005/8/layout/process1"/>
    <dgm:cxn modelId="{B2115509-8585-4DFB-963C-EE74E0CF2202}" type="presParOf" srcId="{9E971225-37C2-424C-99AE-35576A6B50AF}" destId="{9FB52007-670E-400A-9DC2-D6DB14C93E4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9B4D463-7A72-45E6-AF18-38F7914998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A24A1010-0A3B-4272-A62E-15CA5F5A06F4}">
      <dgm:prSet/>
      <dgm:spPr/>
      <dgm:t>
        <a:bodyPr/>
        <a:lstStyle/>
        <a:p>
          <a:r>
            <a:rPr lang="es-PE" b="1" i="0"/>
            <a:t>Modelar con propósito</a:t>
          </a:r>
          <a:endParaRPr lang="es-PE"/>
        </a:p>
      </dgm:t>
    </dgm:pt>
    <dgm:pt modelId="{F3DF753C-B994-4986-A57A-0BB67ED691D9}" type="parTrans" cxnId="{A1CB7310-A026-43AC-AA93-AA1C8AA3003D}">
      <dgm:prSet/>
      <dgm:spPr/>
      <dgm:t>
        <a:bodyPr/>
        <a:lstStyle/>
        <a:p>
          <a:endParaRPr lang="es-PE"/>
        </a:p>
      </dgm:t>
    </dgm:pt>
    <dgm:pt modelId="{CD3BC6FE-D763-4FB9-ABE8-A6B1DABC8FA2}" type="sibTrans" cxnId="{A1CB7310-A026-43AC-AA93-AA1C8AA3003D}">
      <dgm:prSet/>
      <dgm:spPr/>
      <dgm:t>
        <a:bodyPr/>
        <a:lstStyle/>
        <a:p>
          <a:endParaRPr lang="es-PE"/>
        </a:p>
      </dgm:t>
    </dgm:pt>
    <dgm:pt modelId="{562A537C-8C6F-4B85-80FA-902BBFFA95A2}">
      <dgm:prSet/>
      <dgm:spPr/>
      <dgm:t>
        <a:bodyPr/>
        <a:lstStyle/>
        <a:p>
          <a:r>
            <a:rPr lang="es-ES" b="0" i="0"/>
            <a:t>No modelar más de lo necesario. Cada modelo debe tener un objetivo claro y aportar valor al proceso.</a:t>
          </a:r>
          <a:endParaRPr lang="es-PE"/>
        </a:p>
      </dgm:t>
    </dgm:pt>
    <dgm:pt modelId="{7F05BE41-62F4-4D6B-9688-CEA4D2A0D165}" type="parTrans" cxnId="{3514A2AA-D2E5-4DA8-B145-F921D17243A2}">
      <dgm:prSet/>
      <dgm:spPr/>
      <dgm:t>
        <a:bodyPr/>
        <a:lstStyle/>
        <a:p>
          <a:endParaRPr lang="es-PE"/>
        </a:p>
      </dgm:t>
    </dgm:pt>
    <dgm:pt modelId="{C494B81D-F83D-41CB-8164-386744602DF1}" type="sibTrans" cxnId="{3514A2AA-D2E5-4DA8-B145-F921D17243A2}">
      <dgm:prSet/>
      <dgm:spPr/>
      <dgm:t>
        <a:bodyPr/>
        <a:lstStyle/>
        <a:p>
          <a:endParaRPr lang="es-PE"/>
        </a:p>
      </dgm:t>
    </dgm:pt>
    <dgm:pt modelId="{C8E67AA5-7FFA-48AF-89BD-E08C2884ADB8}">
      <dgm:prSet/>
      <dgm:spPr/>
      <dgm:t>
        <a:bodyPr/>
        <a:lstStyle/>
        <a:p>
          <a:r>
            <a:rPr lang="es-PE" b="1" i="0"/>
            <a:t>Actualización constante</a:t>
          </a:r>
          <a:endParaRPr lang="es-PE"/>
        </a:p>
      </dgm:t>
    </dgm:pt>
    <dgm:pt modelId="{31E7D7A6-5541-4480-9FD7-3D0C07C8CB0B}" type="parTrans" cxnId="{6F29A50E-4BDE-4C1B-BDD4-AA4CD22333C6}">
      <dgm:prSet/>
      <dgm:spPr/>
      <dgm:t>
        <a:bodyPr/>
        <a:lstStyle/>
        <a:p>
          <a:endParaRPr lang="es-PE"/>
        </a:p>
      </dgm:t>
    </dgm:pt>
    <dgm:pt modelId="{6C02EFD4-DBD1-45C1-A721-3749546F4EA6}" type="sibTrans" cxnId="{6F29A50E-4BDE-4C1B-BDD4-AA4CD22333C6}">
      <dgm:prSet/>
      <dgm:spPr/>
      <dgm:t>
        <a:bodyPr/>
        <a:lstStyle/>
        <a:p>
          <a:endParaRPr lang="es-PE"/>
        </a:p>
      </dgm:t>
    </dgm:pt>
    <dgm:pt modelId="{24A7C68B-32D4-41B5-ADF7-16304F2A77D7}">
      <dgm:prSet/>
      <dgm:spPr/>
      <dgm:t>
        <a:bodyPr/>
        <a:lstStyle/>
        <a:p>
          <a:r>
            <a:rPr lang="es-ES" b="0" i="0"/>
            <a:t>Actualizar modelos conforme evoluciona el sistema para mantener consistencia y relevancia.</a:t>
          </a:r>
          <a:endParaRPr lang="es-PE"/>
        </a:p>
      </dgm:t>
    </dgm:pt>
    <dgm:pt modelId="{6CB26067-11FD-463B-99FB-F5DA71B5CC28}" type="parTrans" cxnId="{15316C87-1675-4E6C-AF94-B261AAFE252D}">
      <dgm:prSet/>
      <dgm:spPr/>
      <dgm:t>
        <a:bodyPr/>
        <a:lstStyle/>
        <a:p>
          <a:endParaRPr lang="es-PE"/>
        </a:p>
      </dgm:t>
    </dgm:pt>
    <dgm:pt modelId="{3F4B796E-B55F-492F-9D29-24BB2581FFC5}" type="sibTrans" cxnId="{15316C87-1675-4E6C-AF94-B261AAFE252D}">
      <dgm:prSet/>
      <dgm:spPr/>
      <dgm:t>
        <a:bodyPr/>
        <a:lstStyle/>
        <a:p>
          <a:endParaRPr lang="es-PE"/>
        </a:p>
      </dgm:t>
    </dgm:pt>
    <dgm:pt modelId="{57643F1F-45A7-4E50-9BE2-3B9693B36BAD}">
      <dgm:prSet/>
      <dgm:spPr/>
      <dgm:t>
        <a:bodyPr/>
        <a:lstStyle/>
        <a:p>
          <a:r>
            <a:rPr lang="es-PE" b="1" i="0"/>
            <a:t>Validación continua</a:t>
          </a:r>
          <a:endParaRPr lang="es-PE"/>
        </a:p>
      </dgm:t>
    </dgm:pt>
    <dgm:pt modelId="{ADC5A74A-0E6A-456A-B99E-FE1239600642}" type="parTrans" cxnId="{D59942F7-C9DF-4AEB-BA18-7420B7669250}">
      <dgm:prSet/>
      <dgm:spPr/>
      <dgm:t>
        <a:bodyPr/>
        <a:lstStyle/>
        <a:p>
          <a:endParaRPr lang="es-PE"/>
        </a:p>
      </dgm:t>
    </dgm:pt>
    <dgm:pt modelId="{4FCB11B6-44C2-47CB-84FC-729DB9B2A676}" type="sibTrans" cxnId="{D59942F7-C9DF-4AEB-BA18-7420B7669250}">
      <dgm:prSet/>
      <dgm:spPr/>
      <dgm:t>
        <a:bodyPr/>
        <a:lstStyle/>
        <a:p>
          <a:endParaRPr lang="es-PE"/>
        </a:p>
      </dgm:t>
    </dgm:pt>
    <dgm:pt modelId="{0B59E6DD-8370-43A5-80DF-BFF5B48FDDDC}">
      <dgm:prSet/>
      <dgm:spPr/>
      <dgm:t>
        <a:bodyPr/>
        <a:lstStyle/>
        <a:p>
          <a:r>
            <a:rPr lang="es-ES" b="0" i="0"/>
            <a:t>Validar modelos con usuarios y stakeholders para asegurar que reflejan necesidades reales.</a:t>
          </a:r>
          <a:endParaRPr lang="es-PE"/>
        </a:p>
      </dgm:t>
    </dgm:pt>
    <dgm:pt modelId="{3E903DFA-42E9-41B5-8FE1-77426951BC80}" type="parTrans" cxnId="{C2F9C87F-D61C-47FB-9D94-14E07170F78E}">
      <dgm:prSet/>
      <dgm:spPr/>
      <dgm:t>
        <a:bodyPr/>
        <a:lstStyle/>
        <a:p>
          <a:endParaRPr lang="es-PE"/>
        </a:p>
      </dgm:t>
    </dgm:pt>
    <dgm:pt modelId="{160B93AB-2469-4FE0-BD34-D7872C21EC8E}" type="sibTrans" cxnId="{C2F9C87F-D61C-47FB-9D94-14E07170F78E}">
      <dgm:prSet/>
      <dgm:spPr/>
      <dgm:t>
        <a:bodyPr/>
        <a:lstStyle/>
        <a:p>
          <a:endParaRPr lang="es-PE"/>
        </a:p>
      </dgm:t>
    </dgm:pt>
    <dgm:pt modelId="{3E66C3F4-EFCF-4E84-AD7E-349ADA719B4E}">
      <dgm:prSet/>
      <dgm:spPr/>
      <dgm:t>
        <a:bodyPr/>
        <a:lstStyle/>
        <a:p>
          <a:r>
            <a:rPr lang="es-PE" b="1" i="0"/>
            <a:t>Documentación adecuada</a:t>
          </a:r>
          <a:endParaRPr lang="es-PE"/>
        </a:p>
      </dgm:t>
    </dgm:pt>
    <dgm:pt modelId="{B37C1A74-15E4-4B17-BCF4-E4ECCBA0364F}" type="parTrans" cxnId="{AA06D223-514B-4B00-AEE4-2D2B330684BC}">
      <dgm:prSet/>
      <dgm:spPr/>
      <dgm:t>
        <a:bodyPr/>
        <a:lstStyle/>
        <a:p>
          <a:endParaRPr lang="es-PE"/>
        </a:p>
      </dgm:t>
    </dgm:pt>
    <dgm:pt modelId="{53F8B95F-A3B1-4D90-A4A3-113AFFA84B5F}" type="sibTrans" cxnId="{AA06D223-514B-4B00-AEE4-2D2B330684BC}">
      <dgm:prSet/>
      <dgm:spPr/>
      <dgm:t>
        <a:bodyPr/>
        <a:lstStyle/>
        <a:p>
          <a:endParaRPr lang="es-PE"/>
        </a:p>
      </dgm:t>
    </dgm:pt>
    <dgm:pt modelId="{0C516B60-53B0-45BE-A0FD-6B39FE0A0F11}">
      <dgm:prSet/>
      <dgm:spPr/>
      <dgm:t>
        <a:bodyPr/>
        <a:lstStyle/>
        <a:p>
          <a:r>
            <a:rPr lang="es-ES" b="0" i="0"/>
            <a:t>Documentar adecuadamente cada modelo con explicaciones claras y contexto suficiente</a:t>
          </a:r>
          <a:endParaRPr lang="es-PE"/>
        </a:p>
      </dgm:t>
    </dgm:pt>
    <dgm:pt modelId="{C8E12A14-560A-4B5E-BEFB-C2A305E1F856}" type="parTrans" cxnId="{EC1D663B-28E0-4E19-A172-D17E2EA080AB}">
      <dgm:prSet/>
      <dgm:spPr/>
      <dgm:t>
        <a:bodyPr/>
        <a:lstStyle/>
        <a:p>
          <a:endParaRPr lang="es-PE"/>
        </a:p>
      </dgm:t>
    </dgm:pt>
    <dgm:pt modelId="{C0CCC427-7395-4DD9-A558-DCC2AC93D6C2}" type="sibTrans" cxnId="{EC1D663B-28E0-4E19-A172-D17E2EA080AB}">
      <dgm:prSet/>
      <dgm:spPr/>
      <dgm:t>
        <a:bodyPr/>
        <a:lstStyle/>
        <a:p>
          <a:endParaRPr lang="es-PE"/>
        </a:p>
      </dgm:t>
    </dgm:pt>
    <dgm:pt modelId="{55DDA037-9758-4550-8E8B-C091137ECD4C}">
      <dgm:prSet/>
      <dgm:spPr/>
      <dgm:t>
        <a:bodyPr/>
        <a:lstStyle/>
        <a:p>
          <a:r>
            <a:rPr lang="es-PE" b="1" i="0"/>
            <a:t>Usar estándares</a:t>
          </a:r>
          <a:endParaRPr lang="es-PE"/>
        </a:p>
      </dgm:t>
    </dgm:pt>
    <dgm:pt modelId="{86C5F321-6745-48E8-B01B-AB879C6D67D3}" type="parTrans" cxnId="{4321D030-9A22-4EBE-AD6B-1154F5EAA260}">
      <dgm:prSet/>
      <dgm:spPr/>
      <dgm:t>
        <a:bodyPr/>
        <a:lstStyle/>
        <a:p>
          <a:endParaRPr lang="es-PE"/>
        </a:p>
      </dgm:t>
    </dgm:pt>
    <dgm:pt modelId="{F2F4CD35-9704-4FA6-BB36-1FB43570A0D9}" type="sibTrans" cxnId="{4321D030-9A22-4EBE-AD6B-1154F5EAA260}">
      <dgm:prSet/>
      <dgm:spPr/>
      <dgm:t>
        <a:bodyPr/>
        <a:lstStyle/>
        <a:p>
          <a:endParaRPr lang="es-PE"/>
        </a:p>
      </dgm:t>
    </dgm:pt>
    <dgm:pt modelId="{17DD523F-237A-465F-A816-64B2434B9B66}">
      <dgm:prSet/>
      <dgm:spPr/>
      <dgm:t>
        <a:bodyPr/>
        <a:lstStyle/>
        <a:p>
          <a:r>
            <a:rPr lang="es-ES" b="0" i="0"/>
            <a:t>Utilizar herramientas y lenguajes estándar como UML para garantizar compatibilidad.</a:t>
          </a:r>
          <a:endParaRPr lang="es-PE"/>
        </a:p>
      </dgm:t>
    </dgm:pt>
    <dgm:pt modelId="{A6A3E877-45E6-4D71-88AC-72E7480D3B45}" type="parTrans" cxnId="{F96E5D28-6674-4F3F-A94F-965FCC487C91}">
      <dgm:prSet/>
      <dgm:spPr/>
      <dgm:t>
        <a:bodyPr/>
        <a:lstStyle/>
        <a:p>
          <a:endParaRPr lang="es-PE"/>
        </a:p>
      </dgm:t>
    </dgm:pt>
    <dgm:pt modelId="{377C5159-F5BB-4F26-A56A-1C3749E0F0DB}" type="sibTrans" cxnId="{F96E5D28-6674-4F3F-A94F-965FCC487C91}">
      <dgm:prSet/>
      <dgm:spPr/>
      <dgm:t>
        <a:bodyPr/>
        <a:lstStyle/>
        <a:p>
          <a:endParaRPr lang="es-PE"/>
        </a:p>
      </dgm:t>
    </dgm:pt>
    <dgm:pt modelId="{E47371D6-4953-4159-BFF8-10C20ED303C5}">
      <dgm:prSet/>
      <dgm:spPr/>
      <dgm:t>
        <a:bodyPr/>
        <a:lstStyle/>
        <a:p>
          <a:r>
            <a:rPr lang="es-PE" b="1" i="0"/>
            <a:t>Revisión periódica</a:t>
          </a:r>
          <a:endParaRPr lang="es-PE"/>
        </a:p>
      </dgm:t>
    </dgm:pt>
    <dgm:pt modelId="{6E3B5DF7-6F75-41B8-A602-C3F60045EFDE}" type="parTrans" cxnId="{0CB2C61C-DB6A-4683-961A-AD9527DDB99F}">
      <dgm:prSet/>
      <dgm:spPr/>
      <dgm:t>
        <a:bodyPr/>
        <a:lstStyle/>
        <a:p>
          <a:endParaRPr lang="es-PE"/>
        </a:p>
      </dgm:t>
    </dgm:pt>
    <dgm:pt modelId="{0D7C1C84-00C9-45ED-AC17-47DDED470B0F}" type="sibTrans" cxnId="{0CB2C61C-DB6A-4683-961A-AD9527DDB99F}">
      <dgm:prSet/>
      <dgm:spPr/>
      <dgm:t>
        <a:bodyPr/>
        <a:lstStyle/>
        <a:p>
          <a:endParaRPr lang="es-PE"/>
        </a:p>
      </dgm:t>
    </dgm:pt>
    <dgm:pt modelId="{7EBA8AA9-15B8-4ECA-AFFF-081D9BBE1474}">
      <dgm:prSet/>
      <dgm:spPr/>
      <dgm:t>
        <a:bodyPr/>
        <a:lstStyle/>
        <a:p>
          <a:r>
            <a:rPr lang="es-ES" b="0" i="0"/>
            <a:t>Realizar revisiones periódicas para identificar mejoras y mantener la calidad del modelo.</a:t>
          </a:r>
          <a:endParaRPr lang="es-PE"/>
        </a:p>
      </dgm:t>
    </dgm:pt>
    <dgm:pt modelId="{7FFC50B9-5548-420F-9911-25BB23AD290D}" type="parTrans" cxnId="{77FB3495-D182-4ACC-9121-07B7A19DBF74}">
      <dgm:prSet/>
      <dgm:spPr/>
      <dgm:t>
        <a:bodyPr/>
        <a:lstStyle/>
        <a:p>
          <a:endParaRPr lang="es-PE"/>
        </a:p>
      </dgm:t>
    </dgm:pt>
    <dgm:pt modelId="{2882207F-810F-4DFC-8B25-4A66CF3D514A}" type="sibTrans" cxnId="{77FB3495-D182-4ACC-9121-07B7A19DBF74}">
      <dgm:prSet/>
      <dgm:spPr/>
      <dgm:t>
        <a:bodyPr/>
        <a:lstStyle/>
        <a:p>
          <a:endParaRPr lang="es-PE"/>
        </a:p>
      </dgm:t>
    </dgm:pt>
    <dgm:pt modelId="{98A85BDB-D41A-4B6B-8D13-817DD812E1D0}" type="pres">
      <dgm:prSet presAssocID="{C9B4D463-7A72-45E6-AF18-38F79149989F}" presName="linear" presStyleCnt="0">
        <dgm:presLayoutVars>
          <dgm:animLvl val="lvl"/>
          <dgm:resizeHandles val="exact"/>
        </dgm:presLayoutVars>
      </dgm:prSet>
      <dgm:spPr/>
    </dgm:pt>
    <dgm:pt modelId="{0414F5F6-59A2-4132-AB85-E4B34B11C604}" type="pres">
      <dgm:prSet presAssocID="{A24A1010-0A3B-4272-A62E-15CA5F5A06F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2E4AE51-C6FC-46EF-BAA4-F4053E3AC372}" type="pres">
      <dgm:prSet presAssocID="{A24A1010-0A3B-4272-A62E-15CA5F5A06F4}" presName="childText" presStyleLbl="revTx" presStyleIdx="0" presStyleCnt="6">
        <dgm:presLayoutVars>
          <dgm:bulletEnabled val="1"/>
        </dgm:presLayoutVars>
      </dgm:prSet>
      <dgm:spPr/>
    </dgm:pt>
    <dgm:pt modelId="{17D72835-1F26-41EC-883D-0727AFF9705F}" type="pres">
      <dgm:prSet presAssocID="{C8E67AA5-7FFA-48AF-89BD-E08C2884ADB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AC4BD10-B8A6-4ECB-B095-19F60229ED4B}" type="pres">
      <dgm:prSet presAssocID="{C8E67AA5-7FFA-48AF-89BD-E08C2884ADB8}" presName="childText" presStyleLbl="revTx" presStyleIdx="1" presStyleCnt="6">
        <dgm:presLayoutVars>
          <dgm:bulletEnabled val="1"/>
        </dgm:presLayoutVars>
      </dgm:prSet>
      <dgm:spPr/>
    </dgm:pt>
    <dgm:pt modelId="{5B276AFD-7B09-4D68-A49D-744A97415F2B}" type="pres">
      <dgm:prSet presAssocID="{57643F1F-45A7-4E50-9BE2-3B9693B36BA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26A72EA-0520-404F-A311-F51C1B2B01B3}" type="pres">
      <dgm:prSet presAssocID="{57643F1F-45A7-4E50-9BE2-3B9693B36BAD}" presName="childText" presStyleLbl="revTx" presStyleIdx="2" presStyleCnt="6">
        <dgm:presLayoutVars>
          <dgm:bulletEnabled val="1"/>
        </dgm:presLayoutVars>
      </dgm:prSet>
      <dgm:spPr/>
    </dgm:pt>
    <dgm:pt modelId="{04CB80EC-BE2D-4CAA-B587-0264A8E3DC48}" type="pres">
      <dgm:prSet presAssocID="{3E66C3F4-EFCF-4E84-AD7E-349ADA719B4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6BFE889-FD47-40A7-A7E4-5B78CAAA3200}" type="pres">
      <dgm:prSet presAssocID="{3E66C3F4-EFCF-4E84-AD7E-349ADA719B4E}" presName="childText" presStyleLbl="revTx" presStyleIdx="3" presStyleCnt="6">
        <dgm:presLayoutVars>
          <dgm:bulletEnabled val="1"/>
        </dgm:presLayoutVars>
      </dgm:prSet>
      <dgm:spPr/>
    </dgm:pt>
    <dgm:pt modelId="{7A6DD4FC-AE93-42BC-9CCC-28E7AA3D5FB1}" type="pres">
      <dgm:prSet presAssocID="{55DDA037-9758-4550-8E8B-C091137ECD4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5D3617E-FCFA-41B1-B161-65E4BBF990BA}" type="pres">
      <dgm:prSet presAssocID="{55DDA037-9758-4550-8E8B-C091137ECD4C}" presName="childText" presStyleLbl="revTx" presStyleIdx="4" presStyleCnt="6">
        <dgm:presLayoutVars>
          <dgm:bulletEnabled val="1"/>
        </dgm:presLayoutVars>
      </dgm:prSet>
      <dgm:spPr/>
    </dgm:pt>
    <dgm:pt modelId="{EE6B741D-A530-49F0-A8DA-A9180CD430F7}" type="pres">
      <dgm:prSet presAssocID="{E47371D6-4953-4159-BFF8-10C20ED303C5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C580F8F6-3C5B-4CCA-A2FA-847C9386C52D}" type="pres">
      <dgm:prSet presAssocID="{E47371D6-4953-4159-BFF8-10C20ED303C5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6F29A50E-4BDE-4C1B-BDD4-AA4CD22333C6}" srcId="{C9B4D463-7A72-45E6-AF18-38F79149989F}" destId="{C8E67AA5-7FFA-48AF-89BD-E08C2884ADB8}" srcOrd="1" destOrd="0" parTransId="{31E7D7A6-5541-4480-9FD7-3D0C07C8CB0B}" sibTransId="{6C02EFD4-DBD1-45C1-A721-3749546F4EA6}"/>
    <dgm:cxn modelId="{A1CB7310-A026-43AC-AA93-AA1C8AA3003D}" srcId="{C9B4D463-7A72-45E6-AF18-38F79149989F}" destId="{A24A1010-0A3B-4272-A62E-15CA5F5A06F4}" srcOrd="0" destOrd="0" parTransId="{F3DF753C-B994-4986-A57A-0BB67ED691D9}" sibTransId="{CD3BC6FE-D763-4FB9-ABE8-A6B1DABC8FA2}"/>
    <dgm:cxn modelId="{DB3EA110-882E-4AA7-9ABC-D6631DCE1783}" type="presOf" srcId="{3E66C3F4-EFCF-4E84-AD7E-349ADA719B4E}" destId="{04CB80EC-BE2D-4CAA-B587-0264A8E3DC48}" srcOrd="0" destOrd="0" presId="urn:microsoft.com/office/officeart/2005/8/layout/vList2"/>
    <dgm:cxn modelId="{0CB2C61C-DB6A-4683-961A-AD9527DDB99F}" srcId="{C9B4D463-7A72-45E6-AF18-38F79149989F}" destId="{E47371D6-4953-4159-BFF8-10C20ED303C5}" srcOrd="5" destOrd="0" parTransId="{6E3B5DF7-6F75-41B8-A602-C3F60045EFDE}" sibTransId="{0D7C1C84-00C9-45ED-AC17-47DDED470B0F}"/>
    <dgm:cxn modelId="{AA06D223-514B-4B00-AEE4-2D2B330684BC}" srcId="{C9B4D463-7A72-45E6-AF18-38F79149989F}" destId="{3E66C3F4-EFCF-4E84-AD7E-349ADA719B4E}" srcOrd="3" destOrd="0" parTransId="{B37C1A74-15E4-4B17-BCF4-E4ECCBA0364F}" sibTransId="{53F8B95F-A3B1-4D90-A4A3-113AFFA84B5F}"/>
    <dgm:cxn modelId="{F96E5D28-6674-4F3F-A94F-965FCC487C91}" srcId="{55DDA037-9758-4550-8E8B-C091137ECD4C}" destId="{17DD523F-237A-465F-A816-64B2434B9B66}" srcOrd="0" destOrd="0" parTransId="{A6A3E877-45E6-4D71-88AC-72E7480D3B45}" sibTransId="{377C5159-F5BB-4F26-A56A-1C3749E0F0DB}"/>
    <dgm:cxn modelId="{4321D030-9A22-4EBE-AD6B-1154F5EAA260}" srcId="{C9B4D463-7A72-45E6-AF18-38F79149989F}" destId="{55DDA037-9758-4550-8E8B-C091137ECD4C}" srcOrd="4" destOrd="0" parTransId="{86C5F321-6745-48E8-B01B-AB879C6D67D3}" sibTransId="{F2F4CD35-9704-4FA6-BB36-1FB43570A0D9}"/>
    <dgm:cxn modelId="{672BE138-28A6-44B8-BBA1-6DADB5F8712C}" type="presOf" srcId="{562A537C-8C6F-4B85-80FA-902BBFFA95A2}" destId="{E2E4AE51-C6FC-46EF-BAA4-F4053E3AC372}" srcOrd="0" destOrd="0" presId="urn:microsoft.com/office/officeart/2005/8/layout/vList2"/>
    <dgm:cxn modelId="{EC1D663B-28E0-4E19-A172-D17E2EA080AB}" srcId="{3E66C3F4-EFCF-4E84-AD7E-349ADA719B4E}" destId="{0C516B60-53B0-45BE-A0FD-6B39FE0A0F11}" srcOrd="0" destOrd="0" parTransId="{C8E12A14-560A-4B5E-BEFB-C2A305E1F856}" sibTransId="{C0CCC427-7395-4DD9-A558-DCC2AC93D6C2}"/>
    <dgm:cxn modelId="{F172CC3D-D41B-45A4-A48E-89AD1B74C937}" type="presOf" srcId="{57643F1F-45A7-4E50-9BE2-3B9693B36BAD}" destId="{5B276AFD-7B09-4D68-A49D-744A97415F2B}" srcOrd="0" destOrd="0" presId="urn:microsoft.com/office/officeart/2005/8/layout/vList2"/>
    <dgm:cxn modelId="{169C7B60-E1B7-4BAC-8603-31FF02C142FC}" type="presOf" srcId="{24A7C68B-32D4-41B5-ADF7-16304F2A77D7}" destId="{DAC4BD10-B8A6-4ECB-B095-19F60229ED4B}" srcOrd="0" destOrd="0" presId="urn:microsoft.com/office/officeart/2005/8/layout/vList2"/>
    <dgm:cxn modelId="{80899065-2FF0-4D87-93DB-13B08B4AF231}" type="presOf" srcId="{C8E67AA5-7FFA-48AF-89BD-E08C2884ADB8}" destId="{17D72835-1F26-41EC-883D-0727AFF9705F}" srcOrd="0" destOrd="0" presId="urn:microsoft.com/office/officeart/2005/8/layout/vList2"/>
    <dgm:cxn modelId="{11641847-D00F-4555-A48B-826AE8B2288D}" type="presOf" srcId="{E47371D6-4953-4159-BFF8-10C20ED303C5}" destId="{EE6B741D-A530-49F0-A8DA-A9180CD430F7}" srcOrd="0" destOrd="0" presId="urn:microsoft.com/office/officeart/2005/8/layout/vList2"/>
    <dgm:cxn modelId="{F11DF07E-3D7B-4B76-85BF-0D244C7385B3}" type="presOf" srcId="{A24A1010-0A3B-4272-A62E-15CA5F5A06F4}" destId="{0414F5F6-59A2-4132-AB85-E4B34B11C604}" srcOrd="0" destOrd="0" presId="urn:microsoft.com/office/officeart/2005/8/layout/vList2"/>
    <dgm:cxn modelId="{C2F9C87F-D61C-47FB-9D94-14E07170F78E}" srcId="{57643F1F-45A7-4E50-9BE2-3B9693B36BAD}" destId="{0B59E6DD-8370-43A5-80DF-BFF5B48FDDDC}" srcOrd="0" destOrd="0" parTransId="{3E903DFA-42E9-41B5-8FE1-77426951BC80}" sibTransId="{160B93AB-2469-4FE0-BD34-D7872C21EC8E}"/>
    <dgm:cxn modelId="{15316C87-1675-4E6C-AF94-B261AAFE252D}" srcId="{C8E67AA5-7FFA-48AF-89BD-E08C2884ADB8}" destId="{24A7C68B-32D4-41B5-ADF7-16304F2A77D7}" srcOrd="0" destOrd="0" parTransId="{6CB26067-11FD-463B-99FB-F5DA71B5CC28}" sibTransId="{3F4B796E-B55F-492F-9D29-24BB2581FFC5}"/>
    <dgm:cxn modelId="{77FB3495-D182-4ACC-9121-07B7A19DBF74}" srcId="{E47371D6-4953-4159-BFF8-10C20ED303C5}" destId="{7EBA8AA9-15B8-4ECA-AFFF-081D9BBE1474}" srcOrd="0" destOrd="0" parTransId="{7FFC50B9-5548-420F-9911-25BB23AD290D}" sibTransId="{2882207F-810F-4DFC-8B25-4A66CF3D514A}"/>
    <dgm:cxn modelId="{06AAD1A8-3F51-407A-B28F-95558655A99B}" type="presOf" srcId="{7EBA8AA9-15B8-4ECA-AFFF-081D9BBE1474}" destId="{C580F8F6-3C5B-4CCA-A2FA-847C9386C52D}" srcOrd="0" destOrd="0" presId="urn:microsoft.com/office/officeart/2005/8/layout/vList2"/>
    <dgm:cxn modelId="{3514A2AA-D2E5-4DA8-B145-F921D17243A2}" srcId="{A24A1010-0A3B-4272-A62E-15CA5F5A06F4}" destId="{562A537C-8C6F-4B85-80FA-902BBFFA95A2}" srcOrd="0" destOrd="0" parTransId="{7F05BE41-62F4-4D6B-9688-CEA4D2A0D165}" sibTransId="{C494B81D-F83D-41CB-8164-386744602DF1}"/>
    <dgm:cxn modelId="{9B99D7B2-3174-4E06-8549-2FDF59C3CC90}" type="presOf" srcId="{C9B4D463-7A72-45E6-AF18-38F79149989F}" destId="{98A85BDB-D41A-4B6B-8D13-817DD812E1D0}" srcOrd="0" destOrd="0" presId="urn:microsoft.com/office/officeart/2005/8/layout/vList2"/>
    <dgm:cxn modelId="{52FAB6B7-87EC-444E-8296-218925B6EA2E}" type="presOf" srcId="{17DD523F-237A-465F-A816-64B2434B9B66}" destId="{D5D3617E-FCFA-41B1-B161-65E4BBF990BA}" srcOrd="0" destOrd="0" presId="urn:microsoft.com/office/officeart/2005/8/layout/vList2"/>
    <dgm:cxn modelId="{922202D9-1F97-4935-86F5-652834F1F767}" type="presOf" srcId="{0C516B60-53B0-45BE-A0FD-6B39FE0A0F11}" destId="{E6BFE889-FD47-40A7-A7E4-5B78CAAA3200}" srcOrd="0" destOrd="0" presId="urn:microsoft.com/office/officeart/2005/8/layout/vList2"/>
    <dgm:cxn modelId="{B1602AF7-4515-4B53-961A-E089A28BE436}" type="presOf" srcId="{55DDA037-9758-4550-8E8B-C091137ECD4C}" destId="{7A6DD4FC-AE93-42BC-9CCC-28E7AA3D5FB1}" srcOrd="0" destOrd="0" presId="urn:microsoft.com/office/officeart/2005/8/layout/vList2"/>
    <dgm:cxn modelId="{D59942F7-C9DF-4AEB-BA18-7420B7669250}" srcId="{C9B4D463-7A72-45E6-AF18-38F79149989F}" destId="{57643F1F-45A7-4E50-9BE2-3B9693B36BAD}" srcOrd="2" destOrd="0" parTransId="{ADC5A74A-0E6A-456A-B99E-FE1239600642}" sibTransId="{4FCB11B6-44C2-47CB-84FC-729DB9B2A676}"/>
    <dgm:cxn modelId="{37B071FD-F3AB-4DA0-B630-ADED9B12902A}" type="presOf" srcId="{0B59E6DD-8370-43A5-80DF-BFF5B48FDDDC}" destId="{826A72EA-0520-404F-A311-F51C1B2B01B3}" srcOrd="0" destOrd="0" presId="urn:microsoft.com/office/officeart/2005/8/layout/vList2"/>
    <dgm:cxn modelId="{654EF859-BFC4-420A-AD3B-B7FAA72F8A15}" type="presParOf" srcId="{98A85BDB-D41A-4B6B-8D13-817DD812E1D0}" destId="{0414F5F6-59A2-4132-AB85-E4B34B11C604}" srcOrd="0" destOrd="0" presId="urn:microsoft.com/office/officeart/2005/8/layout/vList2"/>
    <dgm:cxn modelId="{F9316BC9-9B13-474B-BE21-A0DC84A0238B}" type="presParOf" srcId="{98A85BDB-D41A-4B6B-8D13-817DD812E1D0}" destId="{E2E4AE51-C6FC-46EF-BAA4-F4053E3AC372}" srcOrd="1" destOrd="0" presId="urn:microsoft.com/office/officeart/2005/8/layout/vList2"/>
    <dgm:cxn modelId="{AAAD59A5-D3A2-4F21-A559-400939FB68C6}" type="presParOf" srcId="{98A85BDB-D41A-4B6B-8D13-817DD812E1D0}" destId="{17D72835-1F26-41EC-883D-0727AFF9705F}" srcOrd="2" destOrd="0" presId="urn:microsoft.com/office/officeart/2005/8/layout/vList2"/>
    <dgm:cxn modelId="{A03E23A8-F155-4ED8-B5D9-895FE809F0D4}" type="presParOf" srcId="{98A85BDB-D41A-4B6B-8D13-817DD812E1D0}" destId="{DAC4BD10-B8A6-4ECB-B095-19F60229ED4B}" srcOrd="3" destOrd="0" presId="urn:microsoft.com/office/officeart/2005/8/layout/vList2"/>
    <dgm:cxn modelId="{EE530B70-AD4F-4D96-9C1B-F5AC12AB8605}" type="presParOf" srcId="{98A85BDB-D41A-4B6B-8D13-817DD812E1D0}" destId="{5B276AFD-7B09-4D68-A49D-744A97415F2B}" srcOrd="4" destOrd="0" presId="urn:microsoft.com/office/officeart/2005/8/layout/vList2"/>
    <dgm:cxn modelId="{987C7269-13D7-4196-8525-BCF859EF04AC}" type="presParOf" srcId="{98A85BDB-D41A-4B6B-8D13-817DD812E1D0}" destId="{826A72EA-0520-404F-A311-F51C1B2B01B3}" srcOrd="5" destOrd="0" presId="urn:microsoft.com/office/officeart/2005/8/layout/vList2"/>
    <dgm:cxn modelId="{B9B5A774-39B4-468F-AC5C-4F5A95B43DDC}" type="presParOf" srcId="{98A85BDB-D41A-4B6B-8D13-817DD812E1D0}" destId="{04CB80EC-BE2D-4CAA-B587-0264A8E3DC48}" srcOrd="6" destOrd="0" presId="urn:microsoft.com/office/officeart/2005/8/layout/vList2"/>
    <dgm:cxn modelId="{D93C2DFD-D21C-4C69-B9EF-E9D53C14614C}" type="presParOf" srcId="{98A85BDB-D41A-4B6B-8D13-817DD812E1D0}" destId="{E6BFE889-FD47-40A7-A7E4-5B78CAAA3200}" srcOrd="7" destOrd="0" presId="urn:microsoft.com/office/officeart/2005/8/layout/vList2"/>
    <dgm:cxn modelId="{B731277A-3A58-4F55-A255-95EC87EC5408}" type="presParOf" srcId="{98A85BDB-D41A-4B6B-8D13-817DD812E1D0}" destId="{7A6DD4FC-AE93-42BC-9CCC-28E7AA3D5FB1}" srcOrd="8" destOrd="0" presId="urn:microsoft.com/office/officeart/2005/8/layout/vList2"/>
    <dgm:cxn modelId="{4AE19A0A-741A-426C-9DDF-39556B7AF290}" type="presParOf" srcId="{98A85BDB-D41A-4B6B-8D13-817DD812E1D0}" destId="{D5D3617E-FCFA-41B1-B161-65E4BBF990BA}" srcOrd="9" destOrd="0" presId="urn:microsoft.com/office/officeart/2005/8/layout/vList2"/>
    <dgm:cxn modelId="{C8A94D0E-C4DC-411B-9A7A-CAE883127D34}" type="presParOf" srcId="{98A85BDB-D41A-4B6B-8D13-817DD812E1D0}" destId="{EE6B741D-A530-49F0-A8DA-A9180CD430F7}" srcOrd="10" destOrd="0" presId="urn:microsoft.com/office/officeart/2005/8/layout/vList2"/>
    <dgm:cxn modelId="{5D6CA213-E6D0-4CD9-A45D-BA4E3C290228}" type="presParOf" srcId="{98A85BDB-D41A-4B6B-8D13-817DD812E1D0}" destId="{C580F8F6-3C5B-4CCA-A2FA-847C9386C52D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D54403-C17C-4281-B1A8-90D306E98B9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E3B17766-C86C-407E-9025-C123881D1D0A}">
      <dgm:prSet/>
      <dgm:spPr/>
      <dgm:t>
        <a:bodyPr/>
        <a:lstStyle/>
        <a:p>
          <a:r>
            <a:rPr lang="es-ES" b="0" i="0" dirty="0"/>
            <a:t>Identificación de requisitos y necesidades del sistema</a:t>
          </a:r>
          <a:endParaRPr lang="es-PE" b="0" dirty="0"/>
        </a:p>
      </dgm:t>
    </dgm:pt>
    <dgm:pt modelId="{1A6E1FB5-E5A1-40D7-BF94-2A30A7282DE3}" type="parTrans" cxnId="{FFD1D40F-4D4A-4B1C-9776-550B1708BB21}">
      <dgm:prSet/>
      <dgm:spPr/>
      <dgm:t>
        <a:bodyPr/>
        <a:lstStyle/>
        <a:p>
          <a:endParaRPr lang="es-PE"/>
        </a:p>
      </dgm:t>
    </dgm:pt>
    <dgm:pt modelId="{DCEE13D5-FED6-4727-B369-CA126362998D}" type="sibTrans" cxnId="{FFD1D40F-4D4A-4B1C-9776-550B1708BB21}">
      <dgm:prSet/>
      <dgm:spPr/>
      <dgm:t>
        <a:bodyPr/>
        <a:lstStyle/>
        <a:p>
          <a:endParaRPr lang="es-PE"/>
        </a:p>
      </dgm:t>
    </dgm:pt>
    <dgm:pt modelId="{F4584C59-EFDA-48A3-8A1E-B6D032176EC7}">
      <dgm:prSet/>
      <dgm:spPr/>
      <dgm:t>
        <a:bodyPr/>
        <a:lstStyle/>
        <a:p>
          <a:r>
            <a:rPr lang="es-ES" b="0" i="0"/>
            <a:t>Análisis y diseño de modelos iniciales</a:t>
          </a:r>
          <a:endParaRPr lang="es-PE"/>
        </a:p>
      </dgm:t>
    </dgm:pt>
    <dgm:pt modelId="{64B287B4-4693-4DA5-A657-B02251E5B9CC}" type="parTrans" cxnId="{871A6D53-7C47-4E7F-9611-62A03E4FABF1}">
      <dgm:prSet/>
      <dgm:spPr/>
      <dgm:t>
        <a:bodyPr/>
        <a:lstStyle/>
        <a:p>
          <a:endParaRPr lang="es-PE"/>
        </a:p>
      </dgm:t>
    </dgm:pt>
    <dgm:pt modelId="{0290E9E2-31D5-4332-ADC4-6DAAA0934B37}" type="sibTrans" cxnId="{871A6D53-7C47-4E7F-9611-62A03E4FABF1}">
      <dgm:prSet/>
      <dgm:spPr/>
      <dgm:t>
        <a:bodyPr/>
        <a:lstStyle/>
        <a:p>
          <a:endParaRPr lang="es-PE"/>
        </a:p>
      </dgm:t>
    </dgm:pt>
    <dgm:pt modelId="{1CCC0372-B45D-4159-97D2-160FFC1D857E}">
      <dgm:prSet/>
      <dgm:spPr/>
      <dgm:t>
        <a:bodyPr/>
        <a:lstStyle/>
        <a:p>
          <a:r>
            <a:rPr lang="es-PE" b="0" i="0"/>
            <a:t>Validación con stakeholders</a:t>
          </a:r>
          <a:endParaRPr lang="es-PE"/>
        </a:p>
      </dgm:t>
    </dgm:pt>
    <dgm:pt modelId="{98224D50-3ADC-4C3F-AF4D-D4B313701BFD}" type="parTrans" cxnId="{74F70796-23A6-4223-8537-7EB7CE32E49B}">
      <dgm:prSet/>
      <dgm:spPr/>
      <dgm:t>
        <a:bodyPr/>
        <a:lstStyle/>
        <a:p>
          <a:endParaRPr lang="es-PE"/>
        </a:p>
      </dgm:t>
    </dgm:pt>
    <dgm:pt modelId="{200CC227-BB55-4264-99D1-4E0789A358B7}" type="sibTrans" cxnId="{74F70796-23A6-4223-8537-7EB7CE32E49B}">
      <dgm:prSet/>
      <dgm:spPr/>
      <dgm:t>
        <a:bodyPr/>
        <a:lstStyle/>
        <a:p>
          <a:endParaRPr lang="es-PE"/>
        </a:p>
      </dgm:t>
    </dgm:pt>
    <dgm:pt modelId="{D3FFB122-D3AC-46AD-846C-FB12372B7F40}">
      <dgm:prSet/>
      <dgm:spPr/>
      <dgm:t>
        <a:bodyPr/>
        <a:lstStyle/>
        <a:p>
          <a:r>
            <a:rPr lang="es-PE" b="0" i="0"/>
            <a:t>Refinamiento iterativo</a:t>
          </a:r>
          <a:endParaRPr lang="es-PE"/>
        </a:p>
      </dgm:t>
    </dgm:pt>
    <dgm:pt modelId="{EC106928-755F-4B89-B16C-391AAA23E82E}" type="parTrans" cxnId="{987F8010-17D0-49CF-9F22-1B261C5D468F}">
      <dgm:prSet/>
      <dgm:spPr/>
      <dgm:t>
        <a:bodyPr/>
        <a:lstStyle/>
        <a:p>
          <a:endParaRPr lang="es-PE"/>
        </a:p>
      </dgm:t>
    </dgm:pt>
    <dgm:pt modelId="{766063E9-578F-4FE2-8003-2CA5AA3DA037}" type="sibTrans" cxnId="{987F8010-17D0-49CF-9F22-1B261C5D468F}">
      <dgm:prSet/>
      <dgm:spPr/>
      <dgm:t>
        <a:bodyPr/>
        <a:lstStyle/>
        <a:p>
          <a:endParaRPr lang="es-PE"/>
        </a:p>
      </dgm:t>
    </dgm:pt>
    <dgm:pt modelId="{6F78C8A7-04E0-4030-AF6D-7041F7CF9BA1}">
      <dgm:prSet/>
      <dgm:spPr/>
      <dgm:t>
        <a:bodyPr/>
        <a:lstStyle/>
        <a:p>
          <a:r>
            <a:rPr lang="es-PE" b="0" i="0"/>
            <a:t>Implementación</a:t>
          </a:r>
          <a:endParaRPr lang="es-PE"/>
        </a:p>
      </dgm:t>
    </dgm:pt>
    <dgm:pt modelId="{E8976EEA-497F-4A01-8DD1-CEBB6E7BBA23}" type="parTrans" cxnId="{539660F7-0031-4760-96E2-A5B1C477F121}">
      <dgm:prSet/>
      <dgm:spPr/>
      <dgm:t>
        <a:bodyPr/>
        <a:lstStyle/>
        <a:p>
          <a:endParaRPr lang="es-PE"/>
        </a:p>
      </dgm:t>
    </dgm:pt>
    <dgm:pt modelId="{61438765-C30D-4375-9301-57FC153FB13B}" type="sibTrans" cxnId="{539660F7-0031-4760-96E2-A5B1C477F121}">
      <dgm:prSet/>
      <dgm:spPr/>
      <dgm:t>
        <a:bodyPr/>
        <a:lstStyle/>
        <a:p>
          <a:endParaRPr lang="es-PE"/>
        </a:p>
      </dgm:t>
    </dgm:pt>
    <dgm:pt modelId="{DFE6A4B7-D1CA-4DE3-BE50-74022A9A6AEE}" type="pres">
      <dgm:prSet presAssocID="{ABD54403-C17C-4281-B1A8-90D306E98B91}" presName="Name0" presStyleCnt="0">
        <dgm:presLayoutVars>
          <dgm:chMax val="7"/>
          <dgm:chPref val="7"/>
          <dgm:dir/>
        </dgm:presLayoutVars>
      </dgm:prSet>
      <dgm:spPr/>
    </dgm:pt>
    <dgm:pt modelId="{7E0BFC5F-2CA9-4EAD-96C6-88B8FC077DAD}" type="pres">
      <dgm:prSet presAssocID="{ABD54403-C17C-4281-B1A8-90D306E98B91}" presName="Name1" presStyleCnt="0"/>
      <dgm:spPr/>
    </dgm:pt>
    <dgm:pt modelId="{7FCF3023-F07E-4B15-9C28-84576B9E0457}" type="pres">
      <dgm:prSet presAssocID="{ABD54403-C17C-4281-B1A8-90D306E98B91}" presName="cycle" presStyleCnt="0"/>
      <dgm:spPr/>
    </dgm:pt>
    <dgm:pt modelId="{9693AFDB-9D69-40FD-AA33-8A186FC96C38}" type="pres">
      <dgm:prSet presAssocID="{ABD54403-C17C-4281-B1A8-90D306E98B91}" presName="srcNode" presStyleLbl="node1" presStyleIdx="0" presStyleCnt="5"/>
      <dgm:spPr/>
    </dgm:pt>
    <dgm:pt modelId="{6C47D50E-D764-4CAB-8772-697638A6EB2D}" type="pres">
      <dgm:prSet presAssocID="{ABD54403-C17C-4281-B1A8-90D306E98B91}" presName="conn" presStyleLbl="parChTrans1D2" presStyleIdx="0" presStyleCnt="1"/>
      <dgm:spPr/>
    </dgm:pt>
    <dgm:pt modelId="{5B4C62F9-AE04-4A1D-BBC0-DD804D1A60BC}" type="pres">
      <dgm:prSet presAssocID="{ABD54403-C17C-4281-B1A8-90D306E98B91}" presName="extraNode" presStyleLbl="node1" presStyleIdx="0" presStyleCnt="5"/>
      <dgm:spPr/>
    </dgm:pt>
    <dgm:pt modelId="{4893C8B6-8F00-446A-9AE7-B6E3A79AC88F}" type="pres">
      <dgm:prSet presAssocID="{ABD54403-C17C-4281-B1A8-90D306E98B91}" presName="dstNode" presStyleLbl="node1" presStyleIdx="0" presStyleCnt="5"/>
      <dgm:spPr/>
    </dgm:pt>
    <dgm:pt modelId="{32A26795-6606-477B-B795-0BCDAF832D76}" type="pres">
      <dgm:prSet presAssocID="{E3B17766-C86C-407E-9025-C123881D1D0A}" presName="text_1" presStyleLbl="node1" presStyleIdx="0" presStyleCnt="5">
        <dgm:presLayoutVars>
          <dgm:bulletEnabled val="1"/>
        </dgm:presLayoutVars>
      </dgm:prSet>
      <dgm:spPr/>
    </dgm:pt>
    <dgm:pt modelId="{D1A0FB2E-F841-41AD-85E6-A6423F46C925}" type="pres">
      <dgm:prSet presAssocID="{E3B17766-C86C-407E-9025-C123881D1D0A}" presName="accent_1" presStyleCnt="0"/>
      <dgm:spPr/>
    </dgm:pt>
    <dgm:pt modelId="{FDF93FF4-9B01-44E9-A3D2-BDDC3985FA52}" type="pres">
      <dgm:prSet presAssocID="{E3B17766-C86C-407E-9025-C123881D1D0A}" presName="accentRepeatNode" presStyleLbl="solidFgAcc1" presStyleIdx="0" presStyleCnt="5"/>
      <dgm:spPr/>
    </dgm:pt>
    <dgm:pt modelId="{E41D68F6-8BA1-4A17-AC75-861F0ABF75BD}" type="pres">
      <dgm:prSet presAssocID="{F4584C59-EFDA-48A3-8A1E-B6D032176EC7}" presName="text_2" presStyleLbl="node1" presStyleIdx="1" presStyleCnt="5">
        <dgm:presLayoutVars>
          <dgm:bulletEnabled val="1"/>
        </dgm:presLayoutVars>
      </dgm:prSet>
      <dgm:spPr/>
    </dgm:pt>
    <dgm:pt modelId="{536CB9C4-315D-47A3-8FE5-F2F853D00160}" type="pres">
      <dgm:prSet presAssocID="{F4584C59-EFDA-48A3-8A1E-B6D032176EC7}" presName="accent_2" presStyleCnt="0"/>
      <dgm:spPr/>
    </dgm:pt>
    <dgm:pt modelId="{520ED686-3C4F-4592-A681-6668442A9121}" type="pres">
      <dgm:prSet presAssocID="{F4584C59-EFDA-48A3-8A1E-B6D032176EC7}" presName="accentRepeatNode" presStyleLbl="solidFgAcc1" presStyleIdx="1" presStyleCnt="5"/>
      <dgm:spPr/>
    </dgm:pt>
    <dgm:pt modelId="{8D892613-35DC-495D-A415-431B8149A733}" type="pres">
      <dgm:prSet presAssocID="{1CCC0372-B45D-4159-97D2-160FFC1D857E}" presName="text_3" presStyleLbl="node1" presStyleIdx="2" presStyleCnt="5">
        <dgm:presLayoutVars>
          <dgm:bulletEnabled val="1"/>
        </dgm:presLayoutVars>
      </dgm:prSet>
      <dgm:spPr/>
    </dgm:pt>
    <dgm:pt modelId="{488A6232-6F5F-4797-B6B6-CC245EA2B99E}" type="pres">
      <dgm:prSet presAssocID="{1CCC0372-B45D-4159-97D2-160FFC1D857E}" presName="accent_3" presStyleCnt="0"/>
      <dgm:spPr/>
    </dgm:pt>
    <dgm:pt modelId="{1A4DD12B-D094-4B90-BC02-C3ED99C5ED8B}" type="pres">
      <dgm:prSet presAssocID="{1CCC0372-B45D-4159-97D2-160FFC1D857E}" presName="accentRepeatNode" presStyleLbl="solidFgAcc1" presStyleIdx="2" presStyleCnt="5"/>
      <dgm:spPr/>
    </dgm:pt>
    <dgm:pt modelId="{60346823-2FE6-4865-B3D6-66AF23B9946A}" type="pres">
      <dgm:prSet presAssocID="{D3FFB122-D3AC-46AD-846C-FB12372B7F40}" presName="text_4" presStyleLbl="node1" presStyleIdx="3" presStyleCnt="5">
        <dgm:presLayoutVars>
          <dgm:bulletEnabled val="1"/>
        </dgm:presLayoutVars>
      </dgm:prSet>
      <dgm:spPr/>
    </dgm:pt>
    <dgm:pt modelId="{590A7472-510A-4A75-8EC0-530C5AADA256}" type="pres">
      <dgm:prSet presAssocID="{D3FFB122-D3AC-46AD-846C-FB12372B7F40}" presName="accent_4" presStyleCnt="0"/>
      <dgm:spPr/>
    </dgm:pt>
    <dgm:pt modelId="{DA3674FA-DC08-411E-8D6B-6BA9D54ACFFA}" type="pres">
      <dgm:prSet presAssocID="{D3FFB122-D3AC-46AD-846C-FB12372B7F40}" presName="accentRepeatNode" presStyleLbl="solidFgAcc1" presStyleIdx="3" presStyleCnt="5"/>
      <dgm:spPr/>
    </dgm:pt>
    <dgm:pt modelId="{28C94A05-2657-4834-9ABA-539F2B7B61DB}" type="pres">
      <dgm:prSet presAssocID="{6F78C8A7-04E0-4030-AF6D-7041F7CF9BA1}" presName="text_5" presStyleLbl="node1" presStyleIdx="4" presStyleCnt="5">
        <dgm:presLayoutVars>
          <dgm:bulletEnabled val="1"/>
        </dgm:presLayoutVars>
      </dgm:prSet>
      <dgm:spPr/>
    </dgm:pt>
    <dgm:pt modelId="{C395B0F1-13F2-4866-B9BF-484975A81915}" type="pres">
      <dgm:prSet presAssocID="{6F78C8A7-04E0-4030-AF6D-7041F7CF9BA1}" presName="accent_5" presStyleCnt="0"/>
      <dgm:spPr/>
    </dgm:pt>
    <dgm:pt modelId="{56FF201C-BD01-4686-9A4D-47257C9923D1}" type="pres">
      <dgm:prSet presAssocID="{6F78C8A7-04E0-4030-AF6D-7041F7CF9BA1}" presName="accentRepeatNode" presStyleLbl="solidFgAcc1" presStyleIdx="4" presStyleCnt="5"/>
      <dgm:spPr/>
    </dgm:pt>
  </dgm:ptLst>
  <dgm:cxnLst>
    <dgm:cxn modelId="{FFD1D40F-4D4A-4B1C-9776-550B1708BB21}" srcId="{ABD54403-C17C-4281-B1A8-90D306E98B91}" destId="{E3B17766-C86C-407E-9025-C123881D1D0A}" srcOrd="0" destOrd="0" parTransId="{1A6E1FB5-E5A1-40D7-BF94-2A30A7282DE3}" sibTransId="{DCEE13D5-FED6-4727-B369-CA126362998D}"/>
    <dgm:cxn modelId="{987F8010-17D0-49CF-9F22-1B261C5D468F}" srcId="{ABD54403-C17C-4281-B1A8-90D306E98B91}" destId="{D3FFB122-D3AC-46AD-846C-FB12372B7F40}" srcOrd="3" destOrd="0" parTransId="{EC106928-755F-4B89-B16C-391AAA23E82E}" sibTransId="{766063E9-578F-4FE2-8003-2CA5AA3DA037}"/>
    <dgm:cxn modelId="{A4A5DD3E-AD6D-47D6-B5A6-35AB6679BD32}" type="presOf" srcId="{E3B17766-C86C-407E-9025-C123881D1D0A}" destId="{32A26795-6606-477B-B795-0BCDAF832D76}" srcOrd="0" destOrd="0" presId="urn:microsoft.com/office/officeart/2008/layout/VerticalCurvedList"/>
    <dgm:cxn modelId="{DACD4C47-8017-4A60-B56A-C74A57A3B7DD}" type="presOf" srcId="{6F78C8A7-04E0-4030-AF6D-7041F7CF9BA1}" destId="{28C94A05-2657-4834-9ABA-539F2B7B61DB}" srcOrd="0" destOrd="0" presId="urn:microsoft.com/office/officeart/2008/layout/VerticalCurvedList"/>
    <dgm:cxn modelId="{B435066B-25D4-49A3-A896-D7C4DC7DB9BF}" type="presOf" srcId="{D3FFB122-D3AC-46AD-846C-FB12372B7F40}" destId="{60346823-2FE6-4865-B3D6-66AF23B9946A}" srcOrd="0" destOrd="0" presId="urn:microsoft.com/office/officeart/2008/layout/VerticalCurvedList"/>
    <dgm:cxn modelId="{871A6D53-7C47-4E7F-9611-62A03E4FABF1}" srcId="{ABD54403-C17C-4281-B1A8-90D306E98B91}" destId="{F4584C59-EFDA-48A3-8A1E-B6D032176EC7}" srcOrd="1" destOrd="0" parTransId="{64B287B4-4693-4DA5-A657-B02251E5B9CC}" sibTransId="{0290E9E2-31D5-4332-ADC4-6DAAA0934B37}"/>
    <dgm:cxn modelId="{A54BD584-034E-4D78-B900-7E786DC491FD}" type="presOf" srcId="{ABD54403-C17C-4281-B1A8-90D306E98B91}" destId="{DFE6A4B7-D1CA-4DE3-BE50-74022A9A6AEE}" srcOrd="0" destOrd="0" presId="urn:microsoft.com/office/officeart/2008/layout/VerticalCurvedList"/>
    <dgm:cxn modelId="{74F70796-23A6-4223-8537-7EB7CE32E49B}" srcId="{ABD54403-C17C-4281-B1A8-90D306E98B91}" destId="{1CCC0372-B45D-4159-97D2-160FFC1D857E}" srcOrd="2" destOrd="0" parTransId="{98224D50-3ADC-4C3F-AF4D-D4B313701BFD}" sibTransId="{200CC227-BB55-4264-99D1-4E0789A358B7}"/>
    <dgm:cxn modelId="{CFDC65BB-BB11-4BE7-AFE7-513ABF2E5E07}" type="presOf" srcId="{F4584C59-EFDA-48A3-8A1E-B6D032176EC7}" destId="{E41D68F6-8BA1-4A17-AC75-861F0ABF75BD}" srcOrd="0" destOrd="0" presId="urn:microsoft.com/office/officeart/2008/layout/VerticalCurvedList"/>
    <dgm:cxn modelId="{4F481DC0-8D4C-407D-83F1-A3F3D05E8B6F}" type="presOf" srcId="{1CCC0372-B45D-4159-97D2-160FFC1D857E}" destId="{8D892613-35DC-495D-A415-431B8149A733}" srcOrd="0" destOrd="0" presId="urn:microsoft.com/office/officeart/2008/layout/VerticalCurvedList"/>
    <dgm:cxn modelId="{EAAAB1C3-1128-4B28-8BD2-DD2C0C98C7E6}" type="presOf" srcId="{DCEE13D5-FED6-4727-B369-CA126362998D}" destId="{6C47D50E-D764-4CAB-8772-697638A6EB2D}" srcOrd="0" destOrd="0" presId="urn:microsoft.com/office/officeart/2008/layout/VerticalCurvedList"/>
    <dgm:cxn modelId="{539660F7-0031-4760-96E2-A5B1C477F121}" srcId="{ABD54403-C17C-4281-B1A8-90D306E98B91}" destId="{6F78C8A7-04E0-4030-AF6D-7041F7CF9BA1}" srcOrd="4" destOrd="0" parTransId="{E8976EEA-497F-4A01-8DD1-CEBB6E7BBA23}" sibTransId="{61438765-C30D-4375-9301-57FC153FB13B}"/>
    <dgm:cxn modelId="{F72746C4-3D12-4680-988D-F1F20249F216}" type="presParOf" srcId="{DFE6A4B7-D1CA-4DE3-BE50-74022A9A6AEE}" destId="{7E0BFC5F-2CA9-4EAD-96C6-88B8FC077DAD}" srcOrd="0" destOrd="0" presId="urn:microsoft.com/office/officeart/2008/layout/VerticalCurvedList"/>
    <dgm:cxn modelId="{C0513160-FA29-4106-BE7C-1D78F614A88A}" type="presParOf" srcId="{7E0BFC5F-2CA9-4EAD-96C6-88B8FC077DAD}" destId="{7FCF3023-F07E-4B15-9C28-84576B9E0457}" srcOrd="0" destOrd="0" presId="urn:microsoft.com/office/officeart/2008/layout/VerticalCurvedList"/>
    <dgm:cxn modelId="{9A736E09-2428-4387-AEB5-86E84B62742B}" type="presParOf" srcId="{7FCF3023-F07E-4B15-9C28-84576B9E0457}" destId="{9693AFDB-9D69-40FD-AA33-8A186FC96C38}" srcOrd="0" destOrd="0" presId="urn:microsoft.com/office/officeart/2008/layout/VerticalCurvedList"/>
    <dgm:cxn modelId="{E70A008D-BF9A-42AD-8B17-D90421AD725B}" type="presParOf" srcId="{7FCF3023-F07E-4B15-9C28-84576B9E0457}" destId="{6C47D50E-D764-4CAB-8772-697638A6EB2D}" srcOrd="1" destOrd="0" presId="urn:microsoft.com/office/officeart/2008/layout/VerticalCurvedList"/>
    <dgm:cxn modelId="{F80247FB-157A-4B4F-A5A3-A505892F9DD6}" type="presParOf" srcId="{7FCF3023-F07E-4B15-9C28-84576B9E0457}" destId="{5B4C62F9-AE04-4A1D-BBC0-DD804D1A60BC}" srcOrd="2" destOrd="0" presId="urn:microsoft.com/office/officeart/2008/layout/VerticalCurvedList"/>
    <dgm:cxn modelId="{6AAB115F-E288-4F36-981F-B426496A5A52}" type="presParOf" srcId="{7FCF3023-F07E-4B15-9C28-84576B9E0457}" destId="{4893C8B6-8F00-446A-9AE7-B6E3A79AC88F}" srcOrd="3" destOrd="0" presId="urn:microsoft.com/office/officeart/2008/layout/VerticalCurvedList"/>
    <dgm:cxn modelId="{15AEC4A3-8644-478E-8F5F-EBE53E48BD7B}" type="presParOf" srcId="{7E0BFC5F-2CA9-4EAD-96C6-88B8FC077DAD}" destId="{32A26795-6606-477B-B795-0BCDAF832D76}" srcOrd="1" destOrd="0" presId="urn:microsoft.com/office/officeart/2008/layout/VerticalCurvedList"/>
    <dgm:cxn modelId="{AA43AE7D-77E5-4EBD-9B34-7C26F093295D}" type="presParOf" srcId="{7E0BFC5F-2CA9-4EAD-96C6-88B8FC077DAD}" destId="{D1A0FB2E-F841-41AD-85E6-A6423F46C925}" srcOrd="2" destOrd="0" presId="urn:microsoft.com/office/officeart/2008/layout/VerticalCurvedList"/>
    <dgm:cxn modelId="{661328D9-44A8-4CC8-A010-C2E7B2D51BB7}" type="presParOf" srcId="{D1A0FB2E-F841-41AD-85E6-A6423F46C925}" destId="{FDF93FF4-9B01-44E9-A3D2-BDDC3985FA52}" srcOrd="0" destOrd="0" presId="urn:microsoft.com/office/officeart/2008/layout/VerticalCurvedList"/>
    <dgm:cxn modelId="{B882A48B-088F-41EC-BC0A-B67A35700652}" type="presParOf" srcId="{7E0BFC5F-2CA9-4EAD-96C6-88B8FC077DAD}" destId="{E41D68F6-8BA1-4A17-AC75-861F0ABF75BD}" srcOrd="3" destOrd="0" presId="urn:microsoft.com/office/officeart/2008/layout/VerticalCurvedList"/>
    <dgm:cxn modelId="{F94ABD38-F562-47E8-97D2-1132937E7EBE}" type="presParOf" srcId="{7E0BFC5F-2CA9-4EAD-96C6-88B8FC077DAD}" destId="{536CB9C4-315D-47A3-8FE5-F2F853D00160}" srcOrd="4" destOrd="0" presId="urn:microsoft.com/office/officeart/2008/layout/VerticalCurvedList"/>
    <dgm:cxn modelId="{401B079E-4D56-45DF-938B-08C183C18D1B}" type="presParOf" srcId="{536CB9C4-315D-47A3-8FE5-F2F853D00160}" destId="{520ED686-3C4F-4592-A681-6668442A9121}" srcOrd="0" destOrd="0" presId="urn:microsoft.com/office/officeart/2008/layout/VerticalCurvedList"/>
    <dgm:cxn modelId="{F2640FC4-54F3-4D9B-9E51-782B1EB380D9}" type="presParOf" srcId="{7E0BFC5F-2CA9-4EAD-96C6-88B8FC077DAD}" destId="{8D892613-35DC-495D-A415-431B8149A733}" srcOrd="5" destOrd="0" presId="urn:microsoft.com/office/officeart/2008/layout/VerticalCurvedList"/>
    <dgm:cxn modelId="{3B512E78-D305-491A-87C8-728BD7C44B33}" type="presParOf" srcId="{7E0BFC5F-2CA9-4EAD-96C6-88B8FC077DAD}" destId="{488A6232-6F5F-4797-B6B6-CC245EA2B99E}" srcOrd="6" destOrd="0" presId="urn:microsoft.com/office/officeart/2008/layout/VerticalCurvedList"/>
    <dgm:cxn modelId="{CF1C8B43-142E-4CC7-8984-3B246600258F}" type="presParOf" srcId="{488A6232-6F5F-4797-B6B6-CC245EA2B99E}" destId="{1A4DD12B-D094-4B90-BC02-C3ED99C5ED8B}" srcOrd="0" destOrd="0" presId="urn:microsoft.com/office/officeart/2008/layout/VerticalCurvedList"/>
    <dgm:cxn modelId="{D8BFF47A-829D-45D9-9CF4-2940BB204563}" type="presParOf" srcId="{7E0BFC5F-2CA9-4EAD-96C6-88B8FC077DAD}" destId="{60346823-2FE6-4865-B3D6-66AF23B9946A}" srcOrd="7" destOrd="0" presId="urn:microsoft.com/office/officeart/2008/layout/VerticalCurvedList"/>
    <dgm:cxn modelId="{5BAF64E3-1D8B-47A9-BAE9-9BDF8A89DAAC}" type="presParOf" srcId="{7E0BFC5F-2CA9-4EAD-96C6-88B8FC077DAD}" destId="{590A7472-510A-4A75-8EC0-530C5AADA256}" srcOrd="8" destOrd="0" presId="urn:microsoft.com/office/officeart/2008/layout/VerticalCurvedList"/>
    <dgm:cxn modelId="{7600295C-5D0F-4CBD-9A8B-F729660B3564}" type="presParOf" srcId="{590A7472-510A-4A75-8EC0-530C5AADA256}" destId="{DA3674FA-DC08-411E-8D6B-6BA9D54ACFFA}" srcOrd="0" destOrd="0" presId="urn:microsoft.com/office/officeart/2008/layout/VerticalCurvedList"/>
    <dgm:cxn modelId="{C677FA1D-8587-425A-8EDC-64CFFD322969}" type="presParOf" srcId="{7E0BFC5F-2CA9-4EAD-96C6-88B8FC077DAD}" destId="{28C94A05-2657-4834-9ABA-539F2B7B61DB}" srcOrd="9" destOrd="0" presId="urn:microsoft.com/office/officeart/2008/layout/VerticalCurvedList"/>
    <dgm:cxn modelId="{DB639B6B-D042-4D68-9C06-18DED8C896B7}" type="presParOf" srcId="{7E0BFC5F-2CA9-4EAD-96C6-88B8FC077DAD}" destId="{C395B0F1-13F2-4866-B9BF-484975A81915}" srcOrd="10" destOrd="0" presId="urn:microsoft.com/office/officeart/2008/layout/VerticalCurvedList"/>
    <dgm:cxn modelId="{6B96FFEA-B504-48C9-AB29-0D0211113F3D}" type="presParOf" srcId="{C395B0F1-13F2-4866-B9BF-484975A81915}" destId="{56FF201C-BD01-4686-9A4D-47257C9923D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B570E-17C5-455E-9141-5BDE3B67C4D0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ABCFA-D6B8-497C-A9D3-216CACF08C24}">
      <dsp:nvSpPr>
        <dsp:cNvPr id="0" name=""/>
        <dsp:cNvSpPr/>
      </dsp:nvSpPr>
      <dsp:spPr>
        <a:xfrm>
          <a:off x="0" y="0"/>
          <a:ext cx="210312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b="1" i="0" kern="1200"/>
            <a:t>Definición</a:t>
          </a:r>
          <a:endParaRPr lang="es-PE" sz="3000" kern="1200"/>
        </a:p>
      </dsp:txBody>
      <dsp:txXfrm>
        <a:off x="0" y="0"/>
        <a:ext cx="2103120" cy="2175669"/>
      </dsp:txXfrm>
    </dsp:sp>
    <dsp:sp modelId="{FA1D7433-CAA5-40D0-8920-707F3CF0B0A6}">
      <dsp:nvSpPr>
        <dsp:cNvPr id="0" name=""/>
        <dsp:cNvSpPr/>
      </dsp:nvSpPr>
      <dsp:spPr>
        <a:xfrm>
          <a:off x="2260854" y="98797"/>
          <a:ext cx="8254746" cy="197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0" i="0" kern="1200"/>
            <a:t>El modelado es el proceso de representar visual o conceptualmente los aspectos clave de un sistema software antes de su construcción. Permite comprender, diseñar, comunicar y documentar el sistema de forma estructurada y precisa.</a:t>
          </a:r>
          <a:endParaRPr lang="es-PE" sz="2600" kern="1200"/>
        </a:p>
      </dsp:txBody>
      <dsp:txXfrm>
        <a:off x="2260854" y="98797"/>
        <a:ext cx="8254746" cy="1975949"/>
      </dsp:txXfrm>
    </dsp:sp>
    <dsp:sp modelId="{9B734291-D643-4F71-88EA-FF61994D1EC6}">
      <dsp:nvSpPr>
        <dsp:cNvPr id="0" name=""/>
        <dsp:cNvSpPr/>
      </dsp:nvSpPr>
      <dsp:spPr>
        <a:xfrm>
          <a:off x="2103120" y="207474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361B6-42F2-4438-8B98-727096DFAFD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BBA41-13C4-41FF-8D13-93F1939F8ADF}">
      <dsp:nvSpPr>
        <dsp:cNvPr id="0" name=""/>
        <dsp:cNvSpPr/>
      </dsp:nvSpPr>
      <dsp:spPr>
        <a:xfrm>
          <a:off x="0" y="2175669"/>
          <a:ext cx="210312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b="1" i="0" kern="1200"/>
            <a:t>Concepto</a:t>
          </a:r>
          <a:endParaRPr lang="es-PE" sz="3000" kern="1200"/>
        </a:p>
      </dsp:txBody>
      <dsp:txXfrm>
        <a:off x="0" y="2175669"/>
        <a:ext cx="2103120" cy="2175669"/>
      </dsp:txXfrm>
    </dsp:sp>
    <dsp:sp modelId="{01103294-9585-40A6-A2B7-02C8B1D46CE9}">
      <dsp:nvSpPr>
        <dsp:cNvPr id="0" name=""/>
        <dsp:cNvSpPr/>
      </dsp:nvSpPr>
      <dsp:spPr>
        <a:xfrm>
          <a:off x="2260854" y="2274466"/>
          <a:ext cx="8254746" cy="197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0" i="0" kern="1200"/>
            <a:t>Modelar = simplificar la realidad para entenderla y trabajar sobre ella. Es una abstracción controlada que facilita la toma de decisiones y la comunicación entre todos los involucrados en el proyecto.</a:t>
          </a:r>
          <a:endParaRPr lang="es-PE" sz="2600" kern="1200"/>
        </a:p>
      </dsp:txBody>
      <dsp:txXfrm>
        <a:off x="2260854" y="2274466"/>
        <a:ext cx="8254746" cy="1975949"/>
      </dsp:txXfrm>
    </dsp:sp>
    <dsp:sp modelId="{0E634F86-F78A-4443-AD2E-E28A78324CC7}">
      <dsp:nvSpPr>
        <dsp:cNvPr id="0" name=""/>
        <dsp:cNvSpPr/>
      </dsp:nvSpPr>
      <dsp:spPr>
        <a:xfrm>
          <a:off x="2103120" y="425041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74F1B-3424-4632-9736-FDFF8C24D0E7}">
      <dsp:nvSpPr>
        <dsp:cNvPr id="0" name=""/>
        <dsp:cNvSpPr/>
      </dsp:nvSpPr>
      <dsp:spPr>
        <a:xfrm>
          <a:off x="3286" y="36685"/>
          <a:ext cx="3203971" cy="775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b="1" i="0" kern="1200"/>
            <a:t>Comprensión del Problema	</a:t>
          </a:r>
          <a:endParaRPr lang="es-PE" sz="2200" kern="1200"/>
        </a:p>
      </dsp:txBody>
      <dsp:txXfrm>
        <a:off x="3286" y="36685"/>
        <a:ext cx="3203971" cy="775347"/>
      </dsp:txXfrm>
    </dsp:sp>
    <dsp:sp modelId="{4945A95C-DF38-4B35-B903-4636C38181C9}">
      <dsp:nvSpPr>
        <dsp:cNvPr id="0" name=""/>
        <dsp:cNvSpPr/>
      </dsp:nvSpPr>
      <dsp:spPr>
        <a:xfrm>
          <a:off x="3286" y="812032"/>
          <a:ext cx="3203971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i="0" kern="1200"/>
            <a:t>Facilita la comprensión profunda del problema y sus requisitos, permitiendo identificar necesidades y expectativas de manera clara y precisa</a:t>
          </a:r>
          <a:endParaRPr lang="es-PE" sz="2200" kern="1200"/>
        </a:p>
      </dsp:txBody>
      <dsp:txXfrm>
        <a:off x="3286" y="812032"/>
        <a:ext cx="3203971" cy="3502619"/>
      </dsp:txXfrm>
    </dsp:sp>
    <dsp:sp modelId="{2FDFC382-B4A3-4049-ABE8-B7A20CEA23D9}">
      <dsp:nvSpPr>
        <dsp:cNvPr id="0" name=""/>
        <dsp:cNvSpPr/>
      </dsp:nvSpPr>
      <dsp:spPr>
        <a:xfrm>
          <a:off x="3655814" y="36685"/>
          <a:ext cx="3203971" cy="775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b="1" i="0" kern="1200"/>
            <a:t>Diseño Estructurado</a:t>
          </a:r>
          <a:endParaRPr lang="es-PE" sz="2200" kern="1200"/>
        </a:p>
      </dsp:txBody>
      <dsp:txXfrm>
        <a:off x="3655814" y="36685"/>
        <a:ext cx="3203971" cy="775347"/>
      </dsp:txXfrm>
    </dsp:sp>
    <dsp:sp modelId="{894B118F-2007-42C6-A5A6-BA15B8483548}">
      <dsp:nvSpPr>
        <dsp:cNvPr id="0" name=""/>
        <dsp:cNvSpPr/>
      </dsp:nvSpPr>
      <dsp:spPr>
        <a:xfrm>
          <a:off x="3655814" y="812032"/>
          <a:ext cx="3203971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i="0" kern="1200"/>
            <a:t>Permite un diseño planificado y organizado del sistema, estableciendo arquitecturas sólidas y escalables desde el inicio.</a:t>
          </a:r>
          <a:endParaRPr lang="es-PE" sz="2200" kern="1200"/>
        </a:p>
      </dsp:txBody>
      <dsp:txXfrm>
        <a:off x="3655814" y="812032"/>
        <a:ext cx="3203971" cy="3502619"/>
      </dsp:txXfrm>
    </dsp:sp>
    <dsp:sp modelId="{73C50F43-4828-45A6-B671-2C0DCE144F7C}">
      <dsp:nvSpPr>
        <dsp:cNvPr id="0" name=""/>
        <dsp:cNvSpPr/>
      </dsp:nvSpPr>
      <dsp:spPr>
        <a:xfrm>
          <a:off x="7308342" y="36685"/>
          <a:ext cx="3203971" cy="775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b="1" i="0" kern="1200"/>
            <a:t>Comunicación Efectiva</a:t>
          </a:r>
          <a:endParaRPr lang="es-PE" sz="2200" kern="1200"/>
        </a:p>
      </dsp:txBody>
      <dsp:txXfrm>
        <a:off x="7308342" y="36685"/>
        <a:ext cx="3203971" cy="775347"/>
      </dsp:txXfrm>
    </dsp:sp>
    <dsp:sp modelId="{0401B187-582B-4251-91F4-0CA470B64221}">
      <dsp:nvSpPr>
        <dsp:cNvPr id="0" name=""/>
        <dsp:cNvSpPr/>
      </dsp:nvSpPr>
      <dsp:spPr>
        <a:xfrm>
          <a:off x="7308342" y="812032"/>
          <a:ext cx="3203971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i="0" kern="1200"/>
            <a:t>Facilita la comunicación entre stakeholders (clientes, desarrolladores, diseñadores), creando un lenguaje común para todos los participantes.</a:t>
          </a:r>
          <a:endParaRPr lang="es-PE" sz="2200" kern="1200"/>
        </a:p>
      </dsp:txBody>
      <dsp:txXfrm>
        <a:off x="7308342" y="812032"/>
        <a:ext cx="3203971" cy="35026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86960-232D-475C-826A-FDF6110E48A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579C3-20D2-41EE-9763-918BE6221865}">
      <dsp:nvSpPr>
        <dsp:cNvPr id="0" name=""/>
        <dsp:cNvSpPr/>
      </dsp:nvSpPr>
      <dsp:spPr>
        <a:xfrm>
          <a:off x="0" y="0"/>
          <a:ext cx="210312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i="0" kern="1200"/>
            <a:t>Estructural</a:t>
          </a:r>
          <a:endParaRPr lang="es-PE" sz="1900" kern="1200"/>
        </a:p>
      </dsp:txBody>
      <dsp:txXfrm>
        <a:off x="0" y="0"/>
        <a:ext cx="2103120" cy="1087834"/>
      </dsp:txXfrm>
    </dsp:sp>
    <dsp:sp modelId="{0DE72572-A915-40A5-A09B-2F89ECB9363A}">
      <dsp:nvSpPr>
        <dsp:cNvPr id="0" name=""/>
        <dsp:cNvSpPr/>
      </dsp:nvSpPr>
      <dsp:spPr>
        <a:xfrm>
          <a:off x="2260854" y="49398"/>
          <a:ext cx="8254746" cy="98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Representa la organización estática del sistema. Muestra cómo están organizados los componentes, sus relaciones y atributos. Ejemplos: diagramas de clases, objetos y componentes.</a:t>
          </a:r>
          <a:endParaRPr lang="es-PE" sz="2100" kern="1200"/>
        </a:p>
      </dsp:txBody>
      <dsp:txXfrm>
        <a:off x="2260854" y="49398"/>
        <a:ext cx="8254746" cy="987974"/>
      </dsp:txXfrm>
    </dsp:sp>
    <dsp:sp modelId="{B3437B65-CA67-4AC5-8921-B241D6BE7863}">
      <dsp:nvSpPr>
        <dsp:cNvPr id="0" name=""/>
        <dsp:cNvSpPr/>
      </dsp:nvSpPr>
      <dsp:spPr>
        <a:xfrm>
          <a:off x="2103120" y="103737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77D06-AEB1-4188-8F6D-09029FA1A94C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14EAB-6771-480F-B07E-64475F57EFEA}">
      <dsp:nvSpPr>
        <dsp:cNvPr id="0" name=""/>
        <dsp:cNvSpPr/>
      </dsp:nvSpPr>
      <dsp:spPr>
        <a:xfrm>
          <a:off x="0" y="1087834"/>
          <a:ext cx="210312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i="0" kern="1200"/>
            <a:t>Comportamiento</a:t>
          </a:r>
          <a:endParaRPr lang="es-PE" sz="1900" kern="1200"/>
        </a:p>
      </dsp:txBody>
      <dsp:txXfrm>
        <a:off x="0" y="1087834"/>
        <a:ext cx="2103120" cy="1087834"/>
      </dsp:txXfrm>
    </dsp:sp>
    <dsp:sp modelId="{D8FEB6A5-6450-41C8-B56F-009C2ABF1CAF}">
      <dsp:nvSpPr>
        <dsp:cNvPr id="0" name=""/>
        <dsp:cNvSpPr/>
      </dsp:nvSpPr>
      <dsp:spPr>
        <a:xfrm>
          <a:off x="2260854" y="1137233"/>
          <a:ext cx="8254746" cy="98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Describe la dinámica del sistema: cómo interactúa y cambia con el tiempo. Captura flujos de trabajo, interacciones y estados. Ejemplos: diagramas de secuencia, actividades y estados.</a:t>
          </a:r>
          <a:endParaRPr lang="es-PE" sz="2100" kern="1200"/>
        </a:p>
      </dsp:txBody>
      <dsp:txXfrm>
        <a:off x="2260854" y="1137233"/>
        <a:ext cx="8254746" cy="987974"/>
      </dsp:txXfrm>
    </dsp:sp>
    <dsp:sp modelId="{E084D832-7AB7-4D1D-B0A2-DF2A60436FE2}">
      <dsp:nvSpPr>
        <dsp:cNvPr id="0" name=""/>
        <dsp:cNvSpPr/>
      </dsp:nvSpPr>
      <dsp:spPr>
        <a:xfrm>
          <a:off x="2103120" y="212520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AF049-346A-4C3F-A2D6-534DBF48A43B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94017-7424-4D4C-8A75-BD0AE4DAD619}">
      <dsp:nvSpPr>
        <dsp:cNvPr id="0" name=""/>
        <dsp:cNvSpPr/>
      </dsp:nvSpPr>
      <dsp:spPr>
        <a:xfrm>
          <a:off x="0" y="2175669"/>
          <a:ext cx="210312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i="0" kern="1200"/>
            <a:t>Funcional</a:t>
          </a:r>
          <a:endParaRPr lang="es-PE" sz="1900" kern="1200"/>
        </a:p>
      </dsp:txBody>
      <dsp:txXfrm>
        <a:off x="0" y="2175669"/>
        <a:ext cx="2103120" cy="1087834"/>
      </dsp:txXfrm>
    </dsp:sp>
    <dsp:sp modelId="{BCFDE6B3-E458-4F14-9C62-B1AF8E3A4FC3}">
      <dsp:nvSpPr>
        <dsp:cNvPr id="0" name=""/>
        <dsp:cNvSpPr/>
      </dsp:nvSpPr>
      <dsp:spPr>
        <a:xfrm>
          <a:off x="2260854" y="2225067"/>
          <a:ext cx="8254746" cy="98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Muestra qué hace el sistema desde la perspectiva del usuario. Representa funcionalidades y casos de uso sin entrar en detalles de implementación.</a:t>
          </a:r>
          <a:endParaRPr lang="es-PE" sz="2100" kern="1200"/>
        </a:p>
      </dsp:txBody>
      <dsp:txXfrm>
        <a:off x="2260854" y="2225067"/>
        <a:ext cx="8254746" cy="987974"/>
      </dsp:txXfrm>
    </dsp:sp>
    <dsp:sp modelId="{A47E9091-14F8-46AF-BBEE-771FCFD9BD25}">
      <dsp:nvSpPr>
        <dsp:cNvPr id="0" name=""/>
        <dsp:cNvSpPr/>
      </dsp:nvSpPr>
      <dsp:spPr>
        <a:xfrm>
          <a:off x="2103120" y="321304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1713B-1729-470C-A559-F5C7096FA6F4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669BC-4785-4317-B1B2-80B9302EDD53}">
      <dsp:nvSpPr>
        <dsp:cNvPr id="0" name=""/>
        <dsp:cNvSpPr/>
      </dsp:nvSpPr>
      <dsp:spPr>
        <a:xfrm>
          <a:off x="0" y="3263503"/>
          <a:ext cx="210312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i="0" kern="1200"/>
            <a:t>Arquitectónico</a:t>
          </a:r>
          <a:endParaRPr lang="es-PE" sz="1900" kern="1200"/>
        </a:p>
      </dsp:txBody>
      <dsp:txXfrm>
        <a:off x="0" y="3263503"/>
        <a:ext cx="2103120" cy="1087834"/>
      </dsp:txXfrm>
    </dsp:sp>
    <dsp:sp modelId="{C0C2943C-D324-4B90-8438-6DA87802B674}">
      <dsp:nvSpPr>
        <dsp:cNvPr id="0" name=""/>
        <dsp:cNvSpPr/>
      </dsp:nvSpPr>
      <dsp:spPr>
        <a:xfrm>
          <a:off x="2260854" y="3312902"/>
          <a:ext cx="8254746" cy="98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Describe cómo se organiza el sistema en hardware y software. Incluye diagramas de componentes y despliegue que muestran la infraestructura física.</a:t>
          </a:r>
          <a:endParaRPr lang="es-PE" sz="2100" kern="1200"/>
        </a:p>
      </dsp:txBody>
      <dsp:txXfrm>
        <a:off x="2260854" y="3312902"/>
        <a:ext cx="8254746" cy="987974"/>
      </dsp:txXfrm>
    </dsp:sp>
    <dsp:sp modelId="{453F7F37-9AEF-442F-B8E9-4E6D09242EE0}">
      <dsp:nvSpPr>
        <dsp:cNvPr id="0" name=""/>
        <dsp:cNvSpPr/>
      </dsp:nvSpPr>
      <dsp:spPr>
        <a:xfrm>
          <a:off x="2103120" y="430087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76A989-8DFA-4F10-804F-ABFFF5816BC4}">
      <dsp:nvSpPr>
        <dsp:cNvPr id="0" name=""/>
        <dsp:cNvSpPr/>
      </dsp:nvSpPr>
      <dsp:spPr>
        <a:xfrm>
          <a:off x="1243" y="75629"/>
          <a:ext cx="4200078" cy="42000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b="1" i="0" kern="1200"/>
            <a:t>UML</a:t>
          </a:r>
          <a:endParaRPr lang="es-PE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b="0" i="0" kern="1200"/>
            <a:t>UML es el lenguaje de modelado más utilizado en análisis y diseño de software. Proporciona un estándar gráfico para visualizar, especificar, construir y documentar sistemas orientados a objetos.</a:t>
          </a:r>
          <a:endParaRPr lang="es-PE" sz="1700" kern="1200"/>
        </a:p>
      </dsp:txBody>
      <dsp:txXfrm>
        <a:off x="616330" y="690716"/>
        <a:ext cx="2969904" cy="2969904"/>
      </dsp:txXfrm>
    </dsp:sp>
    <dsp:sp modelId="{2A50EB6D-87E4-4101-84D2-68FACDA8AA98}">
      <dsp:nvSpPr>
        <dsp:cNvPr id="0" name=""/>
        <dsp:cNvSpPr/>
      </dsp:nvSpPr>
      <dsp:spPr>
        <a:xfrm>
          <a:off x="3874180" y="-518009"/>
          <a:ext cx="2618993" cy="1417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>
        <a:off x="3874180" y="-234504"/>
        <a:ext cx="2193735" cy="850516"/>
      </dsp:txXfrm>
    </dsp:sp>
    <dsp:sp modelId="{B4B283B6-CDF7-45D7-B936-39695AD222F1}">
      <dsp:nvSpPr>
        <dsp:cNvPr id="0" name=""/>
        <dsp:cNvSpPr/>
      </dsp:nvSpPr>
      <dsp:spPr>
        <a:xfrm>
          <a:off x="6314277" y="75629"/>
          <a:ext cx="4200078" cy="42000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200" b="1" i="0" kern="1200"/>
            <a:t>Componentes UML</a:t>
          </a:r>
          <a:endParaRPr lang="es-PE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b="0" i="0" kern="1200"/>
            <a:t>UML incluye diagramas de casos de uso para requisitos funcionales, diagramas de clases y objetos para estructura, diagramas de secuencia, actividades y estados para comportamiento, y diagramas de componentes y despliegue para arquitectura física.</a:t>
          </a:r>
          <a:endParaRPr lang="es-PE" sz="1700" kern="1200"/>
        </a:p>
      </dsp:txBody>
      <dsp:txXfrm>
        <a:off x="6929364" y="690716"/>
        <a:ext cx="2969904" cy="2969904"/>
      </dsp:txXfrm>
    </dsp:sp>
    <dsp:sp modelId="{2CD6DAA6-B0F0-451F-9C7E-743637F0B9A5}">
      <dsp:nvSpPr>
        <dsp:cNvPr id="0" name=""/>
        <dsp:cNvSpPr/>
      </dsp:nvSpPr>
      <dsp:spPr>
        <a:xfrm rot="10800000">
          <a:off x="4022425" y="3451820"/>
          <a:ext cx="2618993" cy="1417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 rot="10800000">
        <a:off x="4447683" y="3735325"/>
        <a:ext cx="2193735" cy="8505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7002D-22A8-4E90-803E-60A09374CC6B}">
      <dsp:nvSpPr>
        <dsp:cNvPr id="0" name=""/>
        <dsp:cNvSpPr/>
      </dsp:nvSpPr>
      <dsp:spPr>
        <a:xfrm>
          <a:off x="9242" y="1308103"/>
          <a:ext cx="2762398" cy="173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Mejora de Calidad</a:t>
          </a:r>
          <a:endParaRPr lang="es-PE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i="0" kern="1200"/>
            <a:t>Mejora significativamente la calidad del software al detectar errores tempranamente y permitir diseños más robustos y mantenibles desde el inicio.</a:t>
          </a:r>
          <a:endParaRPr lang="es-PE" sz="1400" kern="1200"/>
        </a:p>
      </dsp:txBody>
      <dsp:txXfrm>
        <a:off x="60062" y="1358923"/>
        <a:ext cx="2660758" cy="1633491"/>
      </dsp:txXfrm>
    </dsp:sp>
    <dsp:sp modelId="{591C3E7C-8A7B-432C-B1FE-CB70F8D8E98D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kern="1200"/>
        </a:p>
      </dsp:txBody>
      <dsp:txXfrm>
        <a:off x="3047880" y="1970146"/>
        <a:ext cx="409940" cy="411044"/>
      </dsp:txXfrm>
    </dsp:sp>
    <dsp:sp modelId="{199188A3-0DB2-4BB9-8A3B-AF49D8A5F340}">
      <dsp:nvSpPr>
        <dsp:cNvPr id="0" name=""/>
        <dsp:cNvSpPr/>
      </dsp:nvSpPr>
      <dsp:spPr>
        <a:xfrm>
          <a:off x="3876600" y="1308103"/>
          <a:ext cx="2762398" cy="173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Trabajo Colaborativo</a:t>
          </a:r>
          <a:endParaRPr lang="es-PE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i="0" kern="1200"/>
            <a:t>Facilita el trabajo colaborativo al proporcionar un lenguaje visual común que todos los miembros del equipo pueden entender y utilizar eficientemente.</a:t>
          </a:r>
          <a:endParaRPr lang="es-PE" sz="1400" kern="1200"/>
        </a:p>
      </dsp:txBody>
      <dsp:txXfrm>
        <a:off x="3927420" y="1358923"/>
        <a:ext cx="2660758" cy="1633491"/>
      </dsp:txXfrm>
    </dsp:sp>
    <dsp:sp modelId="{F95FC4C8-329C-4289-9415-36F33129EFD5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kern="1200"/>
        </a:p>
      </dsp:txBody>
      <dsp:txXfrm>
        <a:off x="6915239" y="1970146"/>
        <a:ext cx="409940" cy="411044"/>
      </dsp:txXfrm>
    </dsp:sp>
    <dsp:sp modelId="{9FB52007-670E-400A-9DC2-D6DB14C93E45}">
      <dsp:nvSpPr>
        <dsp:cNvPr id="0" name=""/>
        <dsp:cNvSpPr/>
      </dsp:nvSpPr>
      <dsp:spPr>
        <a:xfrm>
          <a:off x="7743958" y="1308103"/>
          <a:ext cx="2762398" cy="1735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Detección Temprana</a:t>
          </a:r>
          <a:endParaRPr lang="es-PE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i="0" kern="1200"/>
            <a:t>Permite detectar errores y problemas de diseño antes de comenzar la programación, reduciendo costos y tiempo de desarrollo significativamente.</a:t>
          </a:r>
          <a:endParaRPr lang="es-PE" sz="1400" kern="1200"/>
        </a:p>
      </dsp:txBody>
      <dsp:txXfrm>
        <a:off x="7794778" y="1358923"/>
        <a:ext cx="2660758" cy="16334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4F5F6-59A2-4132-AB85-E4B34B11C604}">
      <dsp:nvSpPr>
        <dsp:cNvPr id="0" name=""/>
        <dsp:cNvSpPr/>
      </dsp:nvSpPr>
      <dsp:spPr>
        <a:xfrm>
          <a:off x="0" y="17828"/>
          <a:ext cx="105156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Modelar con propósito</a:t>
          </a:r>
          <a:endParaRPr lang="es-PE" sz="1800" kern="1200"/>
        </a:p>
      </dsp:txBody>
      <dsp:txXfrm>
        <a:off x="20561" y="38389"/>
        <a:ext cx="10474478" cy="380078"/>
      </dsp:txXfrm>
    </dsp:sp>
    <dsp:sp modelId="{E2E4AE51-C6FC-46EF-BAA4-F4053E3AC372}">
      <dsp:nvSpPr>
        <dsp:cNvPr id="0" name=""/>
        <dsp:cNvSpPr/>
      </dsp:nvSpPr>
      <dsp:spPr>
        <a:xfrm>
          <a:off x="0" y="439028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b="0" i="0" kern="1200"/>
            <a:t>No modelar más de lo necesario. Cada modelo debe tener un objetivo claro y aportar valor al proceso.</a:t>
          </a:r>
          <a:endParaRPr lang="es-PE" sz="1400" kern="1200"/>
        </a:p>
      </dsp:txBody>
      <dsp:txXfrm>
        <a:off x="0" y="439028"/>
        <a:ext cx="10515600" cy="298080"/>
      </dsp:txXfrm>
    </dsp:sp>
    <dsp:sp modelId="{17D72835-1F26-41EC-883D-0727AFF9705F}">
      <dsp:nvSpPr>
        <dsp:cNvPr id="0" name=""/>
        <dsp:cNvSpPr/>
      </dsp:nvSpPr>
      <dsp:spPr>
        <a:xfrm>
          <a:off x="0" y="737109"/>
          <a:ext cx="105156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Actualización constante</a:t>
          </a:r>
          <a:endParaRPr lang="es-PE" sz="1800" kern="1200"/>
        </a:p>
      </dsp:txBody>
      <dsp:txXfrm>
        <a:off x="20561" y="757670"/>
        <a:ext cx="10474478" cy="380078"/>
      </dsp:txXfrm>
    </dsp:sp>
    <dsp:sp modelId="{DAC4BD10-B8A6-4ECB-B095-19F60229ED4B}">
      <dsp:nvSpPr>
        <dsp:cNvPr id="0" name=""/>
        <dsp:cNvSpPr/>
      </dsp:nvSpPr>
      <dsp:spPr>
        <a:xfrm>
          <a:off x="0" y="1158309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b="0" i="0" kern="1200"/>
            <a:t>Actualizar modelos conforme evoluciona el sistema para mantener consistencia y relevancia.</a:t>
          </a:r>
          <a:endParaRPr lang="es-PE" sz="1400" kern="1200"/>
        </a:p>
      </dsp:txBody>
      <dsp:txXfrm>
        <a:off x="0" y="1158309"/>
        <a:ext cx="10515600" cy="298080"/>
      </dsp:txXfrm>
    </dsp:sp>
    <dsp:sp modelId="{5B276AFD-7B09-4D68-A49D-744A97415F2B}">
      <dsp:nvSpPr>
        <dsp:cNvPr id="0" name=""/>
        <dsp:cNvSpPr/>
      </dsp:nvSpPr>
      <dsp:spPr>
        <a:xfrm>
          <a:off x="0" y="1456389"/>
          <a:ext cx="105156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Validación continua</a:t>
          </a:r>
          <a:endParaRPr lang="es-PE" sz="1800" kern="1200"/>
        </a:p>
      </dsp:txBody>
      <dsp:txXfrm>
        <a:off x="20561" y="1476950"/>
        <a:ext cx="10474478" cy="380078"/>
      </dsp:txXfrm>
    </dsp:sp>
    <dsp:sp modelId="{826A72EA-0520-404F-A311-F51C1B2B01B3}">
      <dsp:nvSpPr>
        <dsp:cNvPr id="0" name=""/>
        <dsp:cNvSpPr/>
      </dsp:nvSpPr>
      <dsp:spPr>
        <a:xfrm>
          <a:off x="0" y="1877589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b="0" i="0" kern="1200"/>
            <a:t>Validar modelos con usuarios y stakeholders para asegurar que reflejan necesidades reales.</a:t>
          </a:r>
          <a:endParaRPr lang="es-PE" sz="1400" kern="1200"/>
        </a:p>
      </dsp:txBody>
      <dsp:txXfrm>
        <a:off x="0" y="1877589"/>
        <a:ext cx="10515600" cy="298080"/>
      </dsp:txXfrm>
    </dsp:sp>
    <dsp:sp modelId="{04CB80EC-BE2D-4CAA-B587-0264A8E3DC48}">
      <dsp:nvSpPr>
        <dsp:cNvPr id="0" name=""/>
        <dsp:cNvSpPr/>
      </dsp:nvSpPr>
      <dsp:spPr>
        <a:xfrm>
          <a:off x="0" y="2175669"/>
          <a:ext cx="105156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Documentación adecuada</a:t>
          </a:r>
          <a:endParaRPr lang="es-PE" sz="1800" kern="1200"/>
        </a:p>
      </dsp:txBody>
      <dsp:txXfrm>
        <a:off x="20561" y="2196230"/>
        <a:ext cx="10474478" cy="380078"/>
      </dsp:txXfrm>
    </dsp:sp>
    <dsp:sp modelId="{E6BFE889-FD47-40A7-A7E4-5B78CAAA3200}">
      <dsp:nvSpPr>
        <dsp:cNvPr id="0" name=""/>
        <dsp:cNvSpPr/>
      </dsp:nvSpPr>
      <dsp:spPr>
        <a:xfrm>
          <a:off x="0" y="2596869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b="0" i="0" kern="1200"/>
            <a:t>Documentar adecuadamente cada modelo con explicaciones claras y contexto suficiente</a:t>
          </a:r>
          <a:endParaRPr lang="es-PE" sz="1400" kern="1200"/>
        </a:p>
      </dsp:txBody>
      <dsp:txXfrm>
        <a:off x="0" y="2596869"/>
        <a:ext cx="10515600" cy="298080"/>
      </dsp:txXfrm>
    </dsp:sp>
    <dsp:sp modelId="{7A6DD4FC-AE93-42BC-9CCC-28E7AA3D5FB1}">
      <dsp:nvSpPr>
        <dsp:cNvPr id="0" name=""/>
        <dsp:cNvSpPr/>
      </dsp:nvSpPr>
      <dsp:spPr>
        <a:xfrm>
          <a:off x="0" y="2894949"/>
          <a:ext cx="105156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Usar estándares</a:t>
          </a:r>
          <a:endParaRPr lang="es-PE" sz="1800" kern="1200"/>
        </a:p>
      </dsp:txBody>
      <dsp:txXfrm>
        <a:off x="20561" y="2915510"/>
        <a:ext cx="10474478" cy="380078"/>
      </dsp:txXfrm>
    </dsp:sp>
    <dsp:sp modelId="{D5D3617E-FCFA-41B1-B161-65E4BBF990BA}">
      <dsp:nvSpPr>
        <dsp:cNvPr id="0" name=""/>
        <dsp:cNvSpPr/>
      </dsp:nvSpPr>
      <dsp:spPr>
        <a:xfrm>
          <a:off x="0" y="3316149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b="0" i="0" kern="1200"/>
            <a:t>Utilizar herramientas y lenguajes estándar como UML para garantizar compatibilidad.</a:t>
          </a:r>
          <a:endParaRPr lang="es-PE" sz="1400" kern="1200"/>
        </a:p>
      </dsp:txBody>
      <dsp:txXfrm>
        <a:off x="0" y="3316149"/>
        <a:ext cx="10515600" cy="298080"/>
      </dsp:txXfrm>
    </dsp:sp>
    <dsp:sp modelId="{EE6B741D-A530-49F0-A8DA-A9180CD430F7}">
      <dsp:nvSpPr>
        <dsp:cNvPr id="0" name=""/>
        <dsp:cNvSpPr/>
      </dsp:nvSpPr>
      <dsp:spPr>
        <a:xfrm>
          <a:off x="0" y="3614229"/>
          <a:ext cx="105156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1" i="0" kern="1200"/>
            <a:t>Revisión periódica</a:t>
          </a:r>
          <a:endParaRPr lang="es-PE" sz="1800" kern="1200"/>
        </a:p>
      </dsp:txBody>
      <dsp:txXfrm>
        <a:off x="20561" y="3634790"/>
        <a:ext cx="10474478" cy="380078"/>
      </dsp:txXfrm>
    </dsp:sp>
    <dsp:sp modelId="{C580F8F6-3C5B-4CCA-A2FA-847C9386C52D}">
      <dsp:nvSpPr>
        <dsp:cNvPr id="0" name=""/>
        <dsp:cNvSpPr/>
      </dsp:nvSpPr>
      <dsp:spPr>
        <a:xfrm>
          <a:off x="0" y="4035429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b="0" i="0" kern="1200"/>
            <a:t>Realizar revisiones periódicas para identificar mejoras y mantener la calidad del modelo.</a:t>
          </a:r>
          <a:endParaRPr lang="es-PE" sz="1400" kern="1200"/>
        </a:p>
      </dsp:txBody>
      <dsp:txXfrm>
        <a:off x="0" y="4035429"/>
        <a:ext cx="10515600" cy="298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7D50E-D764-4CAB-8772-697638A6EB2D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A26795-6606-477B-B795-0BCDAF832D76}">
      <dsp:nvSpPr>
        <dsp:cNvPr id="0" name=""/>
        <dsp:cNvSpPr/>
      </dsp:nvSpPr>
      <dsp:spPr>
        <a:xfrm>
          <a:off x="411090" y="271871"/>
          <a:ext cx="10044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 dirty="0"/>
            <a:t>Identificación de requisitos y necesidades del sistema</a:t>
          </a:r>
          <a:endParaRPr lang="es-PE" sz="2900" b="0" kern="1200" dirty="0"/>
        </a:p>
      </dsp:txBody>
      <dsp:txXfrm>
        <a:off x="411090" y="271871"/>
        <a:ext cx="10044785" cy="544091"/>
      </dsp:txXfrm>
    </dsp:sp>
    <dsp:sp modelId="{FDF93FF4-9B01-44E9-A3D2-BDDC3985FA52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D68F6-8BA1-4A17-AC75-861F0ABF75BD}">
      <dsp:nvSpPr>
        <dsp:cNvPr id="0" name=""/>
        <dsp:cNvSpPr/>
      </dsp:nvSpPr>
      <dsp:spPr>
        <a:xfrm>
          <a:off x="800969" y="1087747"/>
          <a:ext cx="9654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/>
            <a:t>Análisis y diseño de modelos iniciales</a:t>
          </a:r>
          <a:endParaRPr lang="es-PE" sz="2900" kern="1200"/>
        </a:p>
      </dsp:txBody>
      <dsp:txXfrm>
        <a:off x="800969" y="1087747"/>
        <a:ext cx="9654905" cy="544091"/>
      </dsp:txXfrm>
    </dsp:sp>
    <dsp:sp modelId="{520ED686-3C4F-4592-A681-6668442A9121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92613-35DC-495D-A415-431B8149A733}">
      <dsp:nvSpPr>
        <dsp:cNvPr id="0" name=""/>
        <dsp:cNvSpPr/>
      </dsp:nvSpPr>
      <dsp:spPr>
        <a:xfrm>
          <a:off x="920631" y="1903623"/>
          <a:ext cx="9535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900" b="0" i="0" kern="1200"/>
            <a:t>Validación con stakeholders</a:t>
          </a:r>
          <a:endParaRPr lang="es-PE" sz="2900" kern="1200"/>
        </a:p>
      </dsp:txBody>
      <dsp:txXfrm>
        <a:off x="920631" y="1903623"/>
        <a:ext cx="9535243" cy="544091"/>
      </dsp:txXfrm>
    </dsp:sp>
    <dsp:sp modelId="{1A4DD12B-D094-4B90-BC02-C3ED99C5ED8B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46823-2FE6-4865-B3D6-66AF23B9946A}">
      <dsp:nvSpPr>
        <dsp:cNvPr id="0" name=""/>
        <dsp:cNvSpPr/>
      </dsp:nvSpPr>
      <dsp:spPr>
        <a:xfrm>
          <a:off x="800969" y="2719499"/>
          <a:ext cx="9654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900" b="0" i="0" kern="1200"/>
            <a:t>Refinamiento iterativo</a:t>
          </a:r>
          <a:endParaRPr lang="es-PE" sz="2900" kern="1200"/>
        </a:p>
      </dsp:txBody>
      <dsp:txXfrm>
        <a:off x="800969" y="2719499"/>
        <a:ext cx="9654905" cy="544091"/>
      </dsp:txXfrm>
    </dsp:sp>
    <dsp:sp modelId="{DA3674FA-DC08-411E-8D6B-6BA9D54ACFFA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94A05-2657-4834-9ABA-539F2B7B61DB}">
      <dsp:nvSpPr>
        <dsp:cNvPr id="0" name=""/>
        <dsp:cNvSpPr/>
      </dsp:nvSpPr>
      <dsp:spPr>
        <a:xfrm>
          <a:off x="411090" y="3535375"/>
          <a:ext cx="10044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900" b="0" i="0" kern="1200"/>
            <a:t>Implementación</a:t>
          </a:r>
          <a:endParaRPr lang="es-PE" sz="2900" kern="1200"/>
        </a:p>
      </dsp:txBody>
      <dsp:txXfrm>
        <a:off x="411090" y="3535375"/>
        <a:ext cx="10044785" cy="544091"/>
      </dsp:txXfrm>
    </dsp:sp>
    <dsp:sp modelId="{56FF201C-BD01-4686-9A4D-47257C9923D1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9873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955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3294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300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9747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946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maitemarinparraa.blogspot.com/2018/10/el-metodo-cientifico.html" TargetMode="Externa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4300" y="2972575"/>
            <a:ext cx="4343400" cy="9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3303425" y="3663715"/>
            <a:ext cx="55851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y Diseño de Software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2081" y="2715879"/>
            <a:ext cx="707843" cy="71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25" y="380601"/>
            <a:ext cx="2077023" cy="4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802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592"/>
            <a:ext cx="2077023" cy="4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8;p8">
            <a:extLst>
              <a:ext uri="{FF2B5EF4-FFF2-40B4-BE49-F238E27FC236}">
                <a16:creationId xmlns:a16="http://schemas.microsoft.com/office/drawing/2014/main" id="{FEB3E39B-30F3-843A-A0E7-F2B89BE36D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355790" y="5604246"/>
            <a:ext cx="707843" cy="7131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8;p6">
            <a:extLst>
              <a:ext uri="{FF2B5EF4-FFF2-40B4-BE49-F238E27FC236}">
                <a16:creationId xmlns:a16="http://schemas.microsoft.com/office/drawing/2014/main" id="{3A6A9D88-0E97-94A0-4829-296A8C6C54F6}"/>
              </a:ext>
            </a:extLst>
          </p:cNvPr>
          <p:cNvSpPr txBox="1"/>
          <p:nvPr/>
        </p:nvSpPr>
        <p:spPr>
          <a:xfrm>
            <a:off x="0" y="4025117"/>
            <a:ext cx="1677062" cy="369332"/>
          </a:xfrm>
          <a:prstGeom prst="rect">
            <a:avLst/>
          </a:prstGeom>
          <a:solidFill>
            <a:srgbClr val="6802C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2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36;p8">
            <a:extLst>
              <a:ext uri="{FF2B5EF4-FFF2-40B4-BE49-F238E27FC236}">
                <a16:creationId xmlns:a16="http://schemas.microsoft.com/office/drawing/2014/main" id="{862C2780-04A9-E639-C86B-09B45CF3BE3C}"/>
              </a:ext>
            </a:extLst>
          </p:cNvPr>
          <p:cNvSpPr txBox="1"/>
          <p:nvPr/>
        </p:nvSpPr>
        <p:spPr>
          <a:xfrm>
            <a:off x="358625" y="3089720"/>
            <a:ext cx="5258404" cy="461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s-ES" sz="2400" b="1" i="0" u="none" strike="noStrike" cap="none" dirty="0">
                <a:solidFill>
                  <a:srgbClr val="6802C1"/>
                </a:solidFill>
                <a:latin typeface="Arial"/>
                <a:ea typeface="Arial"/>
                <a:cs typeface="Arial"/>
                <a:sym typeface="Arial"/>
              </a:rPr>
              <a:t>Tema</a:t>
            </a:r>
            <a:r>
              <a:rPr lang="es-ES" sz="2400" b="1" dirty="0">
                <a:solidFill>
                  <a:srgbClr val="6802C1"/>
                </a:solidFill>
              </a:rPr>
              <a:t>: Fundamentos de Modelado</a:t>
            </a:r>
            <a:endParaRPr sz="2400" b="1" i="0" u="none" strike="noStrike" cap="none" dirty="0">
              <a:solidFill>
                <a:srgbClr val="6802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552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601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D349D84-4170-CCE8-222B-17B38F5772D1}"/>
              </a:ext>
            </a:extLst>
          </p:cNvPr>
          <p:cNvSpPr txBox="1"/>
          <p:nvPr/>
        </p:nvSpPr>
        <p:spPr>
          <a:xfrm>
            <a:off x="916289" y="1555032"/>
            <a:ext cx="10411074" cy="3785652"/>
          </a:xfrm>
          <a:prstGeom prst="rect">
            <a:avLst/>
          </a:prstGeom>
          <a:noFill/>
          <a:ln w="38100">
            <a:solidFill>
              <a:schemeClr val="bg1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sym typeface="Arial"/>
              </a:rPr>
              <a:t>Propósito de la sesión: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sym typeface="Arial"/>
            </a:endParaRPr>
          </a:p>
          <a:p>
            <a:pPr lvl="0">
              <a:defRPr/>
            </a:pPr>
            <a:r>
              <a:rPr lang="es-ES" sz="4000" dirty="0">
                <a:solidFill>
                  <a:schemeClr val="tx1"/>
                </a:solidFill>
                <a:latin typeface="Century Gothic" panose="020B0502020202020204" pitchFamily="34" charset="0"/>
              </a:rPr>
              <a:t>Al finalizar la sesión el estudiante aplica fundamentos de modelado a través de caso de estudio y de proyecto de asignatura con claridad y propósito</a:t>
            </a:r>
          </a:p>
        </p:txBody>
      </p:sp>
    </p:spTree>
    <p:extLst>
      <p:ext uri="{BB962C8B-B14F-4D97-AF65-F5344CB8AC3E}">
        <p14:creationId xmlns:p14="http://schemas.microsoft.com/office/powerpoint/2010/main" val="4112684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02C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347301" y="2790125"/>
            <a:ext cx="3853800" cy="8309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6802C1"/>
                </a:solidFill>
                <a:latin typeface="Arial"/>
                <a:ea typeface="Arial"/>
                <a:cs typeface="Arial"/>
                <a:sym typeface="Arial"/>
              </a:rPr>
              <a:t>Preguntas motivadoras del tema</a:t>
            </a:r>
            <a:endParaRPr sz="2400" b="1" i="0" u="none" strike="noStrike" cap="none" dirty="0">
              <a:solidFill>
                <a:srgbClr val="6802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347292" y="3948017"/>
            <a:ext cx="5257095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¿Qué pasa si queremos construir una casa sin planos?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2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2400" dirty="0">
                <a:solidFill>
                  <a:schemeClr val="lt1"/>
                </a:solidFill>
              </a:rPr>
              <a:t>- ¿Qué es el modelar?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800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355790" y="5604246"/>
            <a:ext cx="707843" cy="7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8" descr="Un hombre sentado frente a una computadora&#10;&#10;Descripción generada automáticamente con confianza baja"/>
          <p:cNvPicPr preferRelativeResize="0"/>
          <p:nvPr/>
        </p:nvPicPr>
        <p:blipFill rotWithShape="1">
          <a:blip r:embed="rId4">
            <a:alphaModFix/>
          </a:blip>
          <a:srcRect l="5562" r="29345"/>
          <a:stretch/>
        </p:blipFill>
        <p:spPr>
          <a:xfrm flipH="1"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825" y="380592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358625" y="3657725"/>
            <a:ext cx="3853800" cy="5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58625" y="3749225"/>
            <a:ext cx="3853800" cy="5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1;p6">
            <a:extLst>
              <a:ext uri="{FF2B5EF4-FFF2-40B4-BE49-F238E27FC236}">
                <a16:creationId xmlns:a16="http://schemas.microsoft.com/office/drawing/2014/main" id="{D6C731E6-6D3E-44F0-86E6-635A20D9121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7825" y="380601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F97EF27-085A-4600-8D6A-7572B52F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dirty="0"/>
              <a:t>¿Qué es modelado?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E54B6A4-5404-4B46-9A65-66D17B1D54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0427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0746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A8E3B-8ED6-4175-A42A-BC5DE65A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Objetivos del Modelado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EA8CF42-A794-4B68-A94E-ECD0F74E0D77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78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D7070-2779-4AF6-B65B-15C44629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Principios del Modelado</a:t>
            </a: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A433A0A-F77C-4491-993A-7681E727E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65325"/>
              </p:ext>
            </p:extLst>
          </p:nvPr>
        </p:nvGraphicFramePr>
        <p:xfrm>
          <a:off x="1035698" y="1550090"/>
          <a:ext cx="10291665" cy="4784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004">
                  <a:extLst>
                    <a:ext uri="{9D8B030D-6E8A-4147-A177-3AD203B41FA5}">
                      <a16:colId xmlns:a16="http://schemas.microsoft.com/office/drawing/2014/main" val="3015369486"/>
                    </a:ext>
                  </a:extLst>
                </a:gridCol>
                <a:gridCol w="6876661">
                  <a:extLst>
                    <a:ext uri="{9D8B030D-6E8A-4147-A177-3AD203B41FA5}">
                      <a16:colId xmlns:a16="http://schemas.microsoft.com/office/drawing/2014/main" val="1932731876"/>
                    </a:ext>
                  </a:extLst>
                </a:gridCol>
              </a:tblGrid>
              <a:tr h="531603">
                <a:tc>
                  <a:txBody>
                    <a:bodyPr/>
                    <a:lstStyle/>
                    <a:p>
                      <a:r>
                        <a:rPr lang="es-PE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Principio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Descripción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83194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Abstracción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Representa solo elementos esenciales, omitiendo detalles innecesarios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338865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Encapsulamiento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Oculta implementación interna y expone solo lo necesario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265232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Modularidad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Divide en componentes independientes desarrollables por separado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644196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Separación intereses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Distingue perspectivas: funcionalidad, comportamiento, estructura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703358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Jerarquía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 relaciones jerárquicas para organizar el modelo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13377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Iteración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Modelos se mejoran incrementalmente en cada fase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7526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Precisión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Debe ser claro y sin ambigüedades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38576"/>
                  </a:ext>
                </a:extLst>
              </a:tr>
              <a:tr h="531603"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Reusabilidad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Promueve uso de componentes existentes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034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837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0714A-AB8D-40E5-9880-A56B6C0A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Tipos de Modelos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29DFE35-0B01-4CE5-979F-06694756C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9019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392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806A1-3D9C-4D24-86E6-34F02050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Lenguajes de Modelado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B38706F-C2E2-4CAE-8D7D-F19D3BF8242F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9482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9920F-820E-4758-9471-BDF6F5A8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Beneficios del Modelado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131414E-FEB3-40B2-904A-B0769D0A8C29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74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CD798-5FFA-4CC1-A13B-C36DE200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Buenas Prácticas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761D67-A96F-440E-B8F4-66597FAF5B25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910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426F7-92A9-4387-8044-270EF9E0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Proceso de Modelado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A6AA297-971B-4CF3-ACAA-ED6C23495F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1627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802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592"/>
            <a:ext cx="2077023" cy="4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8;p8">
            <a:extLst>
              <a:ext uri="{FF2B5EF4-FFF2-40B4-BE49-F238E27FC236}">
                <a16:creationId xmlns:a16="http://schemas.microsoft.com/office/drawing/2014/main" id="{FEB3E39B-30F3-843A-A0E7-F2B89BE36D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355790" y="5604246"/>
            <a:ext cx="707843" cy="7131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6;p8">
            <a:extLst>
              <a:ext uri="{FF2B5EF4-FFF2-40B4-BE49-F238E27FC236}">
                <a16:creationId xmlns:a16="http://schemas.microsoft.com/office/drawing/2014/main" id="{8A8C6F2B-0078-6455-BD24-D3591FAE98AB}"/>
              </a:ext>
            </a:extLst>
          </p:cNvPr>
          <p:cNvSpPr txBox="1"/>
          <p:nvPr/>
        </p:nvSpPr>
        <p:spPr>
          <a:xfrm>
            <a:off x="358625" y="3101745"/>
            <a:ext cx="3853800" cy="461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6802C1"/>
                </a:solidFill>
                <a:latin typeface="Arial"/>
                <a:ea typeface="Arial"/>
                <a:cs typeface="Arial"/>
                <a:sym typeface="Arial"/>
              </a:rPr>
              <a:t>Síntesis y metacognición</a:t>
            </a:r>
            <a:endParaRPr sz="2400" b="1" i="0" u="none" strike="noStrike" cap="none" dirty="0">
              <a:solidFill>
                <a:srgbClr val="6802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1;p8">
            <a:extLst>
              <a:ext uri="{FF2B5EF4-FFF2-40B4-BE49-F238E27FC236}">
                <a16:creationId xmlns:a16="http://schemas.microsoft.com/office/drawing/2014/main" id="{9B9C8AA9-6509-D7F5-2CD7-17C5463E1D52}"/>
              </a:ext>
            </a:extLst>
          </p:cNvPr>
          <p:cNvSpPr/>
          <p:nvPr/>
        </p:nvSpPr>
        <p:spPr>
          <a:xfrm>
            <a:off x="358625" y="3657725"/>
            <a:ext cx="3853800" cy="5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2;p8">
            <a:extLst>
              <a:ext uri="{FF2B5EF4-FFF2-40B4-BE49-F238E27FC236}">
                <a16:creationId xmlns:a16="http://schemas.microsoft.com/office/drawing/2014/main" id="{61612F6B-0C25-718C-ABAA-401DC4002E9E}"/>
              </a:ext>
            </a:extLst>
          </p:cNvPr>
          <p:cNvSpPr/>
          <p:nvPr/>
        </p:nvSpPr>
        <p:spPr>
          <a:xfrm>
            <a:off x="358625" y="3749225"/>
            <a:ext cx="3853800" cy="5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601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3;p13">
            <a:extLst>
              <a:ext uri="{FF2B5EF4-FFF2-40B4-BE49-F238E27FC236}">
                <a16:creationId xmlns:a16="http://schemas.microsoft.com/office/drawing/2014/main" id="{954E3357-EF8A-3F53-B3C1-858EA6DBD901}"/>
              </a:ext>
            </a:extLst>
          </p:cNvPr>
          <p:cNvSpPr/>
          <p:nvPr/>
        </p:nvSpPr>
        <p:spPr>
          <a:xfrm>
            <a:off x="835742" y="1219108"/>
            <a:ext cx="9727887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Síntesis</a:t>
            </a:r>
            <a:r>
              <a:rPr lang="es-ES" sz="2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lang="es-ES" sz="2800" dirty="0">
              <a:solidFill>
                <a:schemeClr val="dk1"/>
              </a:solidFill>
              <a:latin typeface="Century Gothic"/>
              <a:sym typeface="Century Gothic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ACBFD5-F9F0-4C13-A87D-41ABAAB1D112}"/>
              </a:ext>
            </a:extLst>
          </p:cNvPr>
          <p:cNvSpPr/>
          <p:nvPr/>
        </p:nvSpPr>
        <p:spPr>
          <a:xfrm>
            <a:off x="1511559" y="2453951"/>
            <a:ext cx="88174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/>
              <a:t>Los fundamentos del modelado son esenciales en el análisis y diseño de software porque permiten representar el sistema de forma abstracta y organizada. Esto no solo mejora la comunicación entre todos los involucrados, sino que ayuda a construir software más robusto, entendible y mantenible.</a:t>
            </a: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3709275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601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3;p13">
            <a:extLst>
              <a:ext uri="{FF2B5EF4-FFF2-40B4-BE49-F238E27FC236}">
                <a16:creationId xmlns:a16="http://schemas.microsoft.com/office/drawing/2014/main" id="{954E3357-EF8A-3F53-B3C1-858EA6DBD901}"/>
              </a:ext>
            </a:extLst>
          </p:cNvPr>
          <p:cNvSpPr/>
          <p:nvPr/>
        </p:nvSpPr>
        <p:spPr>
          <a:xfrm>
            <a:off x="950702" y="1120696"/>
            <a:ext cx="5754898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800" dirty="0">
              <a:solidFill>
                <a:schemeClr val="dk1"/>
              </a:solidFill>
              <a:latin typeface="Century Gothic"/>
              <a:sym typeface="Century Gothic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dk1"/>
                </a:solidFill>
                <a:latin typeface="Century Gothic"/>
                <a:sym typeface="Century Gothic"/>
              </a:rPr>
              <a:t>Metacognición</a:t>
            </a:r>
            <a:r>
              <a:rPr lang="es-ES" sz="2800" dirty="0">
                <a:solidFill>
                  <a:schemeClr val="dk1"/>
                </a:solidFill>
                <a:latin typeface="Century Gothic"/>
                <a:sym typeface="Century Gothic"/>
              </a:rPr>
              <a:t>:</a:t>
            </a:r>
          </a:p>
          <a:p>
            <a:pPr lvl="0" algn="just"/>
            <a:r>
              <a:rPr lang="es-ES" sz="2800" dirty="0">
                <a:solidFill>
                  <a:schemeClr val="dk1"/>
                </a:solidFill>
                <a:latin typeface="Century Gothic"/>
                <a:sym typeface="Century Gothic"/>
              </a:rPr>
              <a:t>¿Cómo has aprendido?, ¿Qué dificultades has tenido en la práctica?, ¿Para qué te ha servirá el tema de hoy?, ¿En qué otras ocasiones podrás utilizar lo que has aprendido? Etc.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800" dirty="0">
              <a:solidFill>
                <a:schemeClr val="dk1"/>
              </a:solidFill>
              <a:latin typeface="Century Gothic"/>
              <a:sym typeface="Century Gothic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C978B1-5D3B-888A-5C4D-E689F2437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34807" y="439859"/>
            <a:ext cx="5105714" cy="576889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5B7FAA3-791E-FF66-0693-D2702BBDA910}"/>
              </a:ext>
            </a:extLst>
          </p:cNvPr>
          <p:cNvSpPr txBox="1"/>
          <p:nvPr/>
        </p:nvSpPr>
        <p:spPr>
          <a:xfrm>
            <a:off x="2844800" y="6680200"/>
            <a:ext cx="6502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>
                <a:hlinkClick r:id="rId5" tooltip="https://maitemarinparraa.blogspot.com/2018/10/el-metodo-cientifico.html"/>
              </a:rPr>
              <a:t>Esta foto</a:t>
            </a:r>
            <a:r>
              <a:rPr lang="es-PE" sz="900"/>
              <a:t> de Autor desconocido está bajo licencia </a:t>
            </a:r>
            <a:r>
              <a:rPr lang="es-PE" sz="900">
                <a:hlinkClick r:id="rId6" tooltip="https://creativecommons.org/licenses/by-nc-nd/3.0/"/>
              </a:rPr>
              <a:t>CC BY-NC-ND</a:t>
            </a:r>
            <a:endParaRPr lang="es-PE" sz="900"/>
          </a:p>
        </p:txBody>
      </p:sp>
    </p:spTree>
    <p:extLst>
      <p:ext uri="{BB962C8B-B14F-4D97-AF65-F5344CB8AC3E}">
        <p14:creationId xmlns:p14="http://schemas.microsoft.com/office/powerpoint/2010/main" val="2936423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601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D349D84-4170-CCE8-222B-17B38F5772D1}"/>
              </a:ext>
            </a:extLst>
          </p:cNvPr>
          <p:cNvSpPr txBox="1"/>
          <p:nvPr/>
        </p:nvSpPr>
        <p:spPr>
          <a:xfrm>
            <a:off x="349333" y="1009342"/>
            <a:ext cx="9886047" cy="707886"/>
          </a:xfrm>
          <a:prstGeom prst="rect">
            <a:avLst/>
          </a:prstGeom>
          <a:noFill/>
          <a:ln w="38100">
            <a:solidFill>
              <a:schemeClr val="bg1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sym typeface="Arial"/>
              </a:rPr>
              <a:t>Referencias Bibliográficas</a:t>
            </a:r>
            <a:endParaRPr kumimoji="0" lang="es-PE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DD2BD3-1506-F4B2-6D65-EFA65F01EDEC}"/>
              </a:ext>
            </a:extLst>
          </p:cNvPr>
          <p:cNvSpPr txBox="1"/>
          <p:nvPr/>
        </p:nvSpPr>
        <p:spPr>
          <a:xfrm>
            <a:off x="437825" y="2094271"/>
            <a:ext cx="110216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400" dirty="0"/>
              <a:t>Pressman, R. S. (2013). Ingeniería del software: un enfoque práctico [Internet]. México, DF.</a:t>
            </a:r>
          </a:p>
          <a:p>
            <a:pPr algn="just"/>
            <a:endParaRPr lang="es-PE" sz="2400" dirty="0"/>
          </a:p>
          <a:p>
            <a:pPr algn="just"/>
            <a:r>
              <a:rPr lang="es-PE" sz="2400" dirty="0"/>
              <a:t>Sommerville, I. (2011). Ingeniería de software novena edición. Somerville, Ingeniería de software Novena Edición (vid. pág. 32).</a:t>
            </a:r>
          </a:p>
          <a:p>
            <a:pPr algn="just"/>
            <a:endParaRPr lang="es-PE" sz="2400" dirty="0"/>
          </a:p>
          <a:p>
            <a:pPr algn="just"/>
            <a:r>
              <a:rPr lang="es-PE" sz="2400" dirty="0"/>
              <a:t>Stephens, R. (2015). Beginning software engineering. John Wiley &amp; Sons.</a:t>
            </a:r>
          </a:p>
          <a:p>
            <a:pPr algn="just"/>
            <a:r>
              <a:rPr lang="es-PE" sz="2400" dirty="0"/>
              <a:t>Sundaramoorthy, S. (2022). UML diagramming: a case study approach. Auerbach Publications.</a:t>
            </a:r>
          </a:p>
          <a:p>
            <a:pPr algn="just"/>
            <a:endParaRPr lang="es-PE" sz="2400" dirty="0"/>
          </a:p>
          <a:p>
            <a:pPr algn="just"/>
            <a:r>
              <a:rPr lang="es-PE" sz="2400" dirty="0"/>
              <a:t>Unhelkar, B. (2017). Software engineering with uml. Auerbach Publications.</a:t>
            </a:r>
          </a:p>
          <a:p>
            <a:pPr algn="just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310922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802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25" y="380592"/>
            <a:ext cx="2077023" cy="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6;p8">
            <a:extLst>
              <a:ext uri="{FF2B5EF4-FFF2-40B4-BE49-F238E27FC236}">
                <a16:creationId xmlns:a16="http://schemas.microsoft.com/office/drawing/2014/main" id="{3BBDDEFC-66CC-3F7A-9418-F23AFE2AC25A}"/>
              </a:ext>
            </a:extLst>
          </p:cNvPr>
          <p:cNvSpPr txBox="1"/>
          <p:nvPr/>
        </p:nvSpPr>
        <p:spPr>
          <a:xfrm>
            <a:off x="4169100" y="2796746"/>
            <a:ext cx="3853800" cy="4616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</a:p>
        </p:txBody>
      </p:sp>
      <p:sp>
        <p:nvSpPr>
          <p:cNvPr id="3" name="Google Shape;141;p8">
            <a:extLst>
              <a:ext uri="{FF2B5EF4-FFF2-40B4-BE49-F238E27FC236}">
                <a16:creationId xmlns:a16="http://schemas.microsoft.com/office/drawing/2014/main" id="{21284CB3-B91F-08E5-4FA4-55DD63CB42A8}"/>
              </a:ext>
            </a:extLst>
          </p:cNvPr>
          <p:cNvSpPr/>
          <p:nvPr/>
        </p:nvSpPr>
        <p:spPr>
          <a:xfrm>
            <a:off x="4169100" y="3629714"/>
            <a:ext cx="3853800" cy="5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38;p8">
            <a:extLst>
              <a:ext uri="{FF2B5EF4-FFF2-40B4-BE49-F238E27FC236}">
                <a16:creationId xmlns:a16="http://schemas.microsoft.com/office/drawing/2014/main" id="{53F81A8C-7B7A-CF71-9C6C-3818116F19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355790" y="5604246"/>
            <a:ext cx="707843" cy="713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7106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873</Words>
  <Application>Microsoft Office PowerPoint</Application>
  <PresentationFormat>Panorámica</PresentationFormat>
  <Paragraphs>99</Paragraphs>
  <Slides>18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¿Qué es modelado?</vt:lpstr>
      <vt:lpstr>Objetivos del Modelado</vt:lpstr>
      <vt:lpstr>Principios del Modelado</vt:lpstr>
      <vt:lpstr>Tipos de Modelos</vt:lpstr>
      <vt:lpstr>Lenguajes de Modelado</vt:lpstr>
      <vt:lpstr>Beneficios del Modelado</vt:lpstr>
      <vt:lpstr>Buenas Prácticas</vt:lpstr>
      <vt:lpstr>Proceso de Modelado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Apoyo Grafico</dc:creator>
  <cp:lastModifiedBy>Usuario UC, Aulas-UC</cp:lastModifiedBy>
  <cp:revision>25</cp:revision>
  <dcterms:created xsi:type="dcterms:W3CDTF">2020-11-04T19:26:21Z</dcterms:created>
  <dcterms:modified xsi:type="dcterms:W3CDTF">2025-08-25T15:22:08Z</dcterms:modified>
</cp:coreProperties>
</file>